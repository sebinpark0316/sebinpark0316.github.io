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sldIdLst>
    <p:sldId id="355" r:id="rId3"/>
    <p:sldId id="291" r:id="rId4"/>
    <p:sldId id="258" r:id="rId5"/>
    <p:sldId id="290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381" r:id="rId32"/>
    <p:sldId id="382" r:id="rId33"/>
    <p:sldId id="383" r:id="rId34"/>
    <p:sldId id="384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161" autoAdjust="0"/>
  </p:normalViewPr>
  <p:slideViewPr>
    <p:cSldViewPr snapToGrid="0">
      <p:cViewPr varScale="1">
        <p:scale>
          <a:sx n="98" d="100"/>
          <a:sy n="98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2:24.4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2:45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24575,'12'161'0,"0"8"0,-11-57 0,-4 98 0,-7-151 0,6-44 0,1 1 0,-2 25 0,4-24 0,1 8 0,-1 0 0,-10 47 0,8-55-1365,0-1-5461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2:48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24575,'27'2'0,"-1"1"0,1 1 0,35 10 0,-36-8 0,0 0 0,0-2 0,39 2 0,-43-7 0,-15 0 0,-1 1 0,1 0 0,-1 0 0,1 0 0,-1 1 0,1 0 0,6 2 0,-12-2 0,0-1 0,0 0 0,0 1 0,-1-1 0,1 1 0,0-1 0,-1 1 0,1-1 0,0 1 0,-1 0 0,1-1 0,0 1 0,-1 0 0,1-1 0,-1 1 0,1 0 0,-1 0 0,0 0 0,1-1 0,-1 3 0,6 21-174,-1 1-1,-2 0 0,0 1 1,-2-1-1,-2 41 0,0-24 9,1-39 182,1 50 316,-3 0 0,-14 88 0,12-114-222,-2 54 1,6-55-117,-2-1 0,-7 40-1,-14 42 7,19-84-164,2 0 0,0 0 0,2 37 0,0-46-545,0 5-6117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2:49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1 100 24575,'8'0'0,"-1"-1"0,1-1 0,-1 1 0,1-1 0,-1-1 0,0 1 0,13-7 0,-12 4 0,1 2 0,0-1 0,0 1 0,16-3 0,-14 4 0,-1-1 0,1 0 0,-1 0 0,0-1 0,0 0 0,0-1 0,12-8 0,7-3 0,-26 15 0,1 0 0,-1 0 0,1 0 0,0 0 0,-1 1 0,1-1 0,0 1 0,-1 0 0,1 0 0,0 1 0,-1-1 0,6 2 0,49 14 0,-43-11 0,0 1-10,-1 0-1,0 1 1,19 12 0,-7-4-1314,-9-5-5502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2:53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1 24575,'0'718'0,"-1"-702"0,-1 0 0,0 0 0,-1 0 0,-11 29 0,9-29 0,0 0 0,1 1 0,1-1 0,-2 26 0,6-26 0,-2 0 0,1 0 0,-2 0 0,0 0 0,-2 0 0,1-1 0,-2 1 0,0-1 0,-12 26 0,4-14 0,2 1 0,1 0 0,1 1 0,-6 35 0,11-45 0,-2 15 0,2 2 0,2-1 0,1 0 0,4 38 0,0 10 0,-4-58 0,2-1 0,1 1 0,9 40 0,-7-42 0,-1-1 0,1 31 0,-3-29 0,1 0 0,5 25 0,-3-32-1365,-1-1-5461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3:04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0 24575,'1'15'0,"1"0"0,0 0 0,7 21 0,-3-8 0,-4-23 0,0 1 0,0-1 0,0 0 0,1 0 0,-1 0 0,6 7 0,-5-8 0,0 1 0,0 0 0,0 0 0,-1 0 0,0 0 0,0 0 0,2 8 0,12 101 0,-6-31 0,-9-58 0,10 42 0,11 41 0,-17-75 0,-1 1 0,-1 0 0,-3 1 0,-2 34 0,0 9 0,2 999 0,0-1073 0,0 0 0,0 0 0,0 0 0,-1 0 0,1 0 0,-1 0 0,0 0 0,0 0 0,0 0 0,-1 0 0,1-1 0,-1 1 0,0 0 0,0-1 0,-4 6 0,3-7 0,0 0 0,0 1 0,-1-1 0,1 0 0,0 0 0,-1-1 0,0 1 0,1-1 0,-1 0 0,0 0 0,1 0 0,-1 0 0,0-1 0,0 1 0,0-1 0,-4 0 0,-298-1 0,109-2 0,174 4-113,9-1-95,1 0-1,0 0 0,-1-1 0,1-1 1,-18-4-1,17 1-6617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3:44.15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0 24575,'370'0'-1365,"-352"0"-5461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3:48.74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24 1 24575,'1'89'0,"-3"100"0,-8-127 0,6-44 0,1-1 0,-1 22 0,3 346 0,2-184 0,-1-199 0,0 1 0,0 0 0,0 0 0,1 0 0,-1 0 0,0-1 0,1 1 0,0 0 0,0 0 0,0-1 0,0 1 0,0-1 0,0 1 0,1-1 0,-1 1 0,1-1 0,0 0 0,0 0 0,-1 1 0,4 1 0,-3-3 0,1 0 0,0 0 0,-1 1 0,1-2 0,0 1 0,0 0 0,0 0 0,-1-1 0,1 0 0,0 1 0,0-1 0,0 0 0,0-1 0,0 1 0,0 0 0,0-1 0,-1 0 0,1 1 0,5-3 0,53-24 0,-50 21 0,1 1 0,-1 0 0,1 1 0,0 0 0,0 0 0,1 2 0,21-3 0,140 5 0,-171 0 0,-1 0 0,1-1 0,0 1 0,0-1 0,-1 0 0,1 0 0,0 0 0,-1 0 0,1 0 0,-1 0 0,0-1 0,1 1 0,-1-1 0,0 0 0,0 1 0,0-1 0,0 0 0,0 0 0,0 0 0,0-1 0,-1 1 0,1 0 0,-1-1 0,0 1 0,0-1 0,0 1 0,2-6 0,0-6 0,-1 0 0,0 0 0,-1 0 0,-1-23 0,0 24 0,0 1 0,1-1 0,3-15 0,3-12 0,-2-1 0,-1 0 0,-2 0 0,-5-59 0,0 7 0,2 67 0,-2 1 0,0 0 0,-12-38 0,8 35 0,2 0 0,-4-37 0,9 56-151,-1 0-1,0 0 0,0 1 0,-1-1 1,0 0-1,-1 1 0,0 0 1,-5-12-1,0 9-6674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3:54.11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4 0 24399,'0'3825'0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09.65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2 24575,'106'-2'0,"115"5"0,-203 0-1365,-4 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23.82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0 24575,'0'2455'0,"0"-2439"0,2 1 0,6 28 0,-4-28 0,0 1 0,0 20 0,-3 536 0,-3-279 0,2 95-1365,0-371-5461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26.83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65 24575,'13'-1'0,"0"-2"0,0 1 0,-1-2 0,1 0 0,-1 0 0,14-8 0,-13 7 0,-2 0-105,0 0 0,1 0 0,0 2 0,0-1 0,0 2 0,0 0 0,0 0 0,1 1 0,-1 0 0,0 1 0,1 1 0,13 1 0,-2 3-6721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44.1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21389,'455'0'0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47.0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24575,'3'56'-8518,"2"0"5658,24 110 7522,-23-135-4730,2 7 2285,4 26 2983,-9-19-5833,-3-23 633,1-1 0,1 0 0,7 33 0,14 54 0,-11-29 0,-2-6 0,-6-44-44,0 0 1,-2 1-1,-3 46 0,0-32-1146,1-25-5636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48.3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24575,'1'33'0,"8"42"0,0 2 0,-6-51 0,2-1 0,10 39 0,-9-42 0,0-1 0,-2 1 0,0 0 0,0 25 0,-3-28 0,1-1 0,0 0 0,2 0 0,0 0 0,8 20 0,-3-5 0,-4-15 0,-2 1 0,2 26 0,4 25 0,-3-31 0,-2 1 0,-1 0 0,-6 70 0,1-22 0,2-2-1365,0-67-5461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51.2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89 24575,'3'-1'0,"0"1"0,0-1 0,-1 0 0,1-1 0,0 1 0,-1 0 0,1-1 0,-1 0 0,4-2 0,10-6 0,15-4 0,1 2 0,0 1 0,50-10 0,-61 18-227,0 1-1,0 1 1,0 1-1,0 1 1,25 4-1,-16 0-6598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4:54.0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110 0 24575,'-2'1'0,"1"-1"0,-1 1 0,1-1 0,0 1 0,0 0 0,-1 0 0,1 0 0,0 0 0,0 0 0,0 0 0,0 0 0,0 0 0,0 0 0,0 1 0,0-1 0,0 0 0,-1 3 0,-11 26 0,-1 8 0,6-17 0,0 1 0,2 0 0,0 1 0,2-1 0,-4 41 0,7-43 42,-1-1-1,-5 20 1,-3 35-1532,9-56-5336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5:07.6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24575,'12'1'0,"0"1"0,0 0 0,-1 0 0,1 2 0,14 4 0,24 7 0,88 9 0,-131-22 0,1 0 0,-1-1 0,0 0 0,1 0 0,-1-1 0,1 0 0,-1 0 0,0-1 0,1 0 0,-1 0 0,1-1 0,-1 0 0,0 0 0,0 0 0,0-1 0,0 0 0,6-5 0,-11 7 0,0 0 0,0 0 0,0-1 0,0 1 0,0 1 0,0-1 0,0 0 0,0 0 0,0 1 0,0-1 0,1 1 0,-1 0 0,0 0 0,0 0 0,1 0 0,-1 0 0,0 0 0,0 0 0,4 2 0,-4-1 0,-1 0 0,1 0 0,-1 1 0,1-1 0,-1 0 0,1 1 0,-1 0 0,0-1 0,1 1 0,-1 0 0,0 0 0,0 0 0,-1-1 0,1 1 0,0 0 0,-1 0 0,1 0 0,-1 0 0,1 0 0,-1 0 0,0 3 0,4 39 0,-2 0 0,-5 53 0,0-5 0,3 472 0,1-538 0,9 47 0,-5-47 0,2 45 0,-8-45 0,2-1 0,1 1 0,8 36 0,12 89 0,0 1 0,-18-126 0,-1-1 0,-1 1 0,-3 47 0,2 29 0,9-43 0,-6-43 0,-1 0 0,1 23 0,-2-19 0,7 35 0,-5-35 0,3 37 0,-7 212 0,-1-125 0,2-127 0,1-1 0,6 29 0,-4-27 0,-1 0 0,1 20 0,-2 537 0,-4-281 0,2 52-1365,0-327-5461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5:10.2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70 0 24352,'0'3411'0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5:14.7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20633,'716'44'0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5:31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1673 23647,'0'-1673'0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5:39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24575,'85'-2'0,"92"4"0,-168 0 0,1 0 0,0 0 0,0 1 0,-1 0 0,11 5 0,-16-5 0,1 0 0,0-1 0,0 0 0,0 0 0,0-1 0,0 0 0,0 1 0,0-1 0,1-1 0,-1 1 0,0-1 0,1 0 0,-1 0 0,0-1 0,0 0 0,1 0 0,-1 0 0,0 0 0,0-1 0,5-2 0,7-4 0,-11 4 0,1 0 0,0 1 0,0 0 0,15-4 0,-21 7 0,-1 0 0,1 0 0,-1 0 0,1 1 0,0-1 0,-1 0 0,1 0 0,0 1 0,-1-1 0,1 0 0,-1 1 0,1-1 0,-1 1 0,1-1 0,-1 1 0,1-1 0,-1 1 0,0-1 0,1 1 0,-1-1 0,0 1 0,1-1 0,-1 1 0,0 0 0,0-1 0,1 1 0,-1 0 0,0-1 0,0 1 0,0 0 0,0-1 0,0 1 0,0 0 0,3 28 0,-3-25 0,2 42 0,3 0 0,20 85 0,-20-101 0,-1 0 0,-1 0 0,-2 0 0,-4 49 0,1-4 0,2 272 0,-1-331 0,-1 1 0,-6 28 0,4-27 0,1-1 0,-1 21 0,5 97 0,-2 56 0,-10-132 0,8-43 0,0 0 0,-2 23 0,4-7 0,-1-19 0,1 0 0,1 1 0,0-1 0,1 0 0,0 1 0,6 22 0,2-17 0,1-1 0,0-1 0,18 24 0,-19-29-1365,-2-1-5461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13T06:10:53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74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22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8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7A7131-ED47-1C2E-2386-E73F1CE5F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8559-E00F-4929-B36E-6AED35091A08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02C9626-2ACE-72CB-5BE5-8CAEBF0C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A4714-B766-9BBC-FE3C-213EC49A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DFE07-FEC1-3412-5F6C-75AD2C214E8B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63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3ADF62-798E-66E2-6BC7-AEFF0BC2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C3072-BBA6-E2E2-BDAA-B3E9CC66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37B54-FABB-D1AC-AD00-D8967EA1B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D8559-E00F-4929-B36E-6AED35091A08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2931F-8878-05DC-7009-D79214306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530E2-A7C9-8227-1506-F93FCEA7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4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3ADF62-798E-66E2-6BC7-AEFF0BC2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C3072-BBA6-E2E2-BDAA-B3E9CC66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37B54-FABB-D1AC-AD00-D8967EA1B3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D8559-E00F-4929-B36E-6AED35091A08}" type="datetimeFigureOut">
              <a:rPr lang="ko-KR" altLang="en-US" smtClean="0"/>
              <a:t>2024-12-13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B2931F-8878-05DC-7009-D79214306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530E2-A7C9-8227-1506-F93FCEA7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BC79A-962B-4A02-A00F-80DED52B5E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984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40.png"/><Relationship Id="rId26" Type="http://schemas.openxmlformats.org/officeDocument/2006/relationships/image" Target="../media/image44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48.png"/><Relationship Id="rId42" Type="http://schemas.openxmlformats.org/officeDocument/2006/relationships/image" Target="../media/image52.png"/><Relationship Id="rId47" Type="http://schemas.openxmlformats.org/officeDocument/2006/relationships/customXml" Target="../ink/ink23.xml"/><Relationship Id="rId7" Type="http://schemas.openxmlformats.org/officeDocument/2006/relationships/customXml" Target="../ink/ink3.xml"/><Relationship Id="rId2" Type="http://schemas.openxmlformats.org/officeDocument/2006/relationships/image" Target="../media/image32.png"/><Relationship Id="rId16" Type="http://schemas.openxmlformats.org/officeDocument/2006/relationships/image" Target="../media/image39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customXml" Target="../ink/ink5.xml"/><Relationship Id="rId24" Type="http://schemas.openxmlformats.org/officeDocument/2006/relationships/image" Target="../media/image43.png"/><Relationship Id="rId32" Type="http://schemas.openxmlformats.org/officeDocument/2006/relationships/image" Target="../media/image47.png"/><Relationship Id="rId37" Type="http://schemas.openxmlformats.org/officeDocument/2006/relationships/customXml" Target="../ink/ink18.xml"/><Relationship Id="rId40" Type="http://schemas.openxmlformats.org/officeDocument/2006/relationships/image" Target="../media/image51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45.png"/><Relationship Id="rId36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53.png"/><Relationship Id="rId4" Type="http://schemas.openxmlformats.org/officeDocument/2006/relationships/image" Target="../media/image33.png"/><Relationship Id="rId9" Type="http://schemas.openxmlformats.org/officeDocument/2006/relationships/customXml" Target="../ink/ink4.xml"/><Relationship Id="rId14" Type="http://schemas.openxmlformats.org/officeDocument/2006/relationships/image" Target="../media/image38.png"/><Relationship Id="rId22" Type="http://schemas.openxmlformats.org/officeDocument/2006/relationships/image" Target="../media/image42.png"/><Relationship Id="rId27" Type="http://schemas.openxmlformats.org/officeDocument/2006/relationships/customXml" Target="../ink/ink13.xml"/><Relationship Id="rId30" Type="http://schemas.openxmlformats.org/officeDocument/2006/relationships/image" Target="../media/image4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55.png"/><Relationship Id="rId8" Type="http://schemas.openxmlformats.org/officeDocument/2006/relationships/image" Target="../media/image35.png"/><Relationship Id="rId3" Type="http://schemas.openxmlformats.org/officeDocument/2006/relationships/customXml" Target="../ink/ink1.xml"/><Relationship Id="rId12" Type="http://schemas.openxmlformats.org/officeDocument/2006/relationships/image" Target="../media/image3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50.png"/><Relationship Id="rId46" Type="http://schemas.openxmlformats.org/officeDocument/2006/relationships/image" Target="../media/image54.png"/><Relationship Id="rId20" Type="http://schemas.openxmlformats.org/officeDocument/2006/relationships/image" Target="../media/image41.png"/><Relationship Id="rId41" Type="http://schemas.openxmlformats.org/officeDocument/2006/relationships/customXml" Target="../ink/ink20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3.png"/><Relationship Id="rId7" Type="http://schemas.openxmlformats.org/officeDocument/2006/relationships/image" Target="../media/image59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C9C59-1297-5115-75B5-E32CA3564C1A}"/>
              </a:ext>
            </a:extLst>
          </p:cNvPr>
          <p:cNvSpPr txBox="1"/>
          <p:nvPr/>
        </p:nvSpPr>
        <p:spPr>
          <a:xfrm>
            <a:off x="594614" y="1995907"/>
            <a:ext cx="6547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PCIe controller</a:t>
            </a:r>
            <a:endParaRPr kumimoji="0" lang="ko-KR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FC1ACF9-7489-C7B0-F365-CA701408FA92}"/>
              </a:ext>
            </a:extLst>
          </p:cNvPr>
          <p:cNvCxnSpPr>
            <a:cxnSpLocks/>
          </p:cNvCxnSpPr>
          <p:nvPr/>
        </p:nvCxnSpPr>
        <p:spPr>
          <a:xfrm>
            <a:off x="813678" y="2895600"/>
            <a:ext cx="6394089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257107-85D0-59FA-9FEB-D9BC9F81873F}"/>
              </a:ext>
            </a:extLst>
          </p:cNvPr>
          <p:cNvSpPr txBox="1"/>
          <p:nvPr/>
        </p:nvSpPr>
        <p:spPr>
          <a:xfrm>
            <a:off x="7827198" y="5083238"/>
            <a:ext cx="483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2020311096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김준태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2020311400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박세빈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2020310727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유승현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2020310663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429D"/>
                </a:solidFill>
                <a:effectLst/>
                <a:uLnTx/>
                <a:uFillTx/>
                <a:latin typeface="배달의민족 도현" panose="020B0600000101010101" pitchFamily="50" charset="-127"/>
                <a:ea typeface="배달의민족 도현" panose="020B0600000101010101" pitchFamily="50" charset="-127"/>
                <a:cs typeface="+mn-cs"/>
              </a:rPr>
              <a:t>홍성필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F429D"/>
              </a:solidFill>
              <a:effectLst/>
              <a:uLnTx/>
              <a:uFillTx/>
              <a:latin typeface="배달의민족 도현" panose="020B0600000101010101" pitchFamily="50" charset="-127"/>
              <a:ea typeface="배달의민족 도현" panose="020B0600000101010101" pitchFamily="50" charset="-127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4BF851-B7DE-E477-C72A-874DB323FEF3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63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C0679-4A9D-E446-11D6-3B562260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3112C8-867F-A653-AF5F-581C8FB9C3C0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4B3A814-6C5C-EDDF-AF0B-335183DB431F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FF2DD2-9E3E-C5ED-2C9C-55D02D31EA8F}"/>
              </a:ext>
            </a:extLst>
          </p:cNvPr>
          <p:cNvSpPr txBox="1"/>
          <p:nvPr/>
        </p:nvSpPr>
        <p:spPr>
          <a:xfrm>
            <a:off x="1779156" y="423744"/>
            <a:ext cx="3046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Project objective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872F99-9DCE-D678-CFA0-2038E0CC1A69}"/>
              </a:ext>
            </a:extLst>
          </p:cNvPr>
          <p:cNvSpPr txBox="1"/>
          <p:nvPr/>
        </p:nvSpPr>
        <p:spPr>
          <a:xfrm>
            <a:off x="267629" y="53146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B2A5A2-55DD-7F27-EA28-002207423DE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70FD4A-4C28-584F-32F3-B36BD114FE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087" y="1646946"/>
            <a:ext cx="7284338" cy="40426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27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7459" y="2844225"/>
            <a:ext cx="11177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200" b="1" dirty="0">
                <a:solidFill>
                  <a:schemeClr val="accent2"/>
                </a:solidFill>
                <a:latin typeface="배달의민족 도현"/>
                <a:ea typeface="배달의민족 도현"/>
              </a:rPr>
              <a:t>Module</a:t>
            </a:r>
            <a:endParaRPr lang="ko-KR" altLang="en-US" sz="3200" b="1" dirty="0">
              <a:solidFill>
                <a:schemeClr val="accent2"/>
              </a:solidFill>
              <a:latin typeface="배달의민족 도현"/>
              <a:ea typeface="배달의민족 도현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5430644" y="4871184"/>
            <a:ext cx="1293541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415809-56DB-9267-666F-8A3113DA717F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7435-AB75-5008-276F-61CC17D7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30D33F3-B59E-CFEC-1664-65BF72851F5F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F4B8F6-6473-05B9-EE0F-F1D5D0B48FFD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237E5-6050-0526-329D-7A83BC2DCD8D}"/>
              </a:ext>
            </a:extLst>
          </p:cNvPr>
          <p:cNvSpPr txBox="1"/>
          <p:nvPr/>
        </p:nvSpPr>
        <p:spPr>
          <a:xfrm>
            <a:off x="1779156" y="423744"/>
            <a:ext cx="5317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TX_Transaction_Layer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D9B646-1EA1-1E42-6E67-928BAB884E64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E1C9E4-07B6-27F6-1596-D3C03BC71447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401A62-6AC4-8E61-DAE0-662095036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74" y="1593044"/>
            <a:ext cx="2664795" cy="258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B34726-6A4A-AC4E-CFAD-60E9FC1908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98" y="4400429"/>
            <a:ext cx="2884916" cy="2134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8C7D6C1-85C8-9421-022E-F11E1BF4A5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614" y="1593044"/>
            <a:ext cx="3141994" cy="2433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62555F6-591C-AAEE-AB1D-C8B820EEEE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580" y="4400429"/>
            <a:ext cx="3463224" cy="1632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3E92FA1-DF12-BFA0-0924-41139CA355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877" y="1093561"/>
            <a:ext cx="3962400" cy="2877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E719DB3-8F1F-5282-81D7-6D4A0D79D4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877" y="4170372"/>
            <a:ext cx="3143609" cy="191155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06CED2-6E51-1B6B-29CD-21B2EC7820AA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41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66EE6-D696-2FD8-758B-4B4E04C6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BD3C6FD-0B9E-D503-87F2-821E4CD24740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6F1E17-636B-34B7-0CEE-A1F1C393BD03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1600A-0D78-6528-9D37-94164EDE7FCC}"/>
              </a:ext>
            </a:extLst>
          </p:cNvPr>
          <p:cNvSpPr txBox="1"/>
          <p:nvPr/>
        </p:nvSpPr>
        <p:spPr>
          <a:xfrm>
            <a:off x="1779156" y="423744"/>
            <a:ext cx="5317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TX_Transaction_Layer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061B78-1002-375D-D340-AF488F278839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065EB9-B91F-69EA-ED5C-E00C275DA74A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3B980-0E97-1014-3135-BF0C8017E9C6}"/>
              </a:ext>
            </a:extLst>
          </p:cNvPr>
          <p:cNvSpPr txBox="1"/>
          <p:nvPr/>
        </p:nvSpPr>
        <p:spPr>
          <a:xfrm>
            <a:off x="726496" y="1214687"/>
            <a:ext cx="2105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Simulation Result 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660E2B-7F46-B776-E796-AFC774A25A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02" y="1854419"/>
            <a:ext cx="7811000" cy="4190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434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02AF0-11B7-FEE3-E894-59B5CB2A4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E9E6DF7-8251-A382-3F01-50AC5EBF95A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7A505F1-76ED-5569-F8F5-BDB2CFBFD086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C4B5B-6A22-85AD-DB64-08C46D32FA07}"/>
              </a:ext>
            </a:extLst>
          </p:cNvPr>
          <p:cNvSpPr txBox="1"/>
          <p:nvPr/>
        </p:nvSpPr>
        <p:spPr>
          <a:xfrm>
            <a:off x="1779156" y="423744"/>
            <a:ext cx="2810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Arbiter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9D25E1-FD6E-23D5-DB6B-C5CBC3052EA1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914A57-1208-9984-D3CC-43F86D64B32A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94534A-E346-4A04-FC17-A08EF23EEE55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7206C6-D537-044D-FD24-E6D86D78C2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50" y="1989504"/>
            <a:ext cx="4405311" cy="2614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E2308D0-E70B-E57E-F70F-9061D8DD30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744" y="1989502"/>
            <a:ext cx="4710626" cy="4397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801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F1B4-8781-05A2-5ACF-B47366AC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E645CA5-CAC0-829A-4252-41DFFA355B68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0146586-3F82-E2EA-884E-9170AD9D14CD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0C717A-0C08-F952-CC41-F6E5EF7E1129}"/>
              </a:ext>
            </a:extLst>
          </p:cNvPr>
          <p:cNvSpPr txBox="1"/>
          <p:nvPr/>
        </p:nvSpPr>
        <p:spPr>
          <a:xfrm>
            <a:off x="1779156" y="423744"/>
            <a:ext cx="23665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FIFO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FF2DD6-84F8-5B61-85C2-F36044EAB91A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9E0E85-EF19-97ED-590F-72D77C76CCF9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3A3941-8775-612B-438B-E3CD50CAEB19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6C4161-800F-B4D9-92E3-C68E881A24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44" y="1769715"/>
            <a:ext cx="412242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F05BD4F-F5E0-7E36-658D-ADF559DF8D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86" y="4408140"/>
            <a:ext cx="2458448" cy="174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88BCC4-7812-E7B8-0022-56663FEC30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769" y="1803168"/>
            <a:ext cx="3188950" cy="3702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85AB60-0685-95C4-A27F-18759B7328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254" y="1544151"/>
            <a:ext cx="3211830" cy="279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959661-7D76-A437-C333-3A31FAE774A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254" y="4336881"/>
            <a:ext cx="3921760" cy="23374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94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B7111-CA8D-528E-6520-52127C98A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3B6B792-D871-ADF5-615E-E4E3FC3D9CE7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B5408C-A7F6-38FC-C30D-1FD81FD18672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95677-75C7-B6C7-4F13-2FA7CE2EE281}"/>
              </a:ext>
            </a:extLst>
          </p:cNvPr>
          <p:cNvSpPr txBox="1"/>
          <p:nvPr/>
        </p:nvSpPr>
        <p:spPr>
          <a:xfrm>
            <a:off x="1779156" y="423744"/>
            <a:ext cx="4797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TX_Data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Link Layer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F4308F-AAE9-4D1D-D629-21DB60CBB206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6202F0-D9BB-47FA-2971-AD12DB1F7568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35A6F0-564A-B405-1E10-4039B4624907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EA83E1F-EE5D-D9D9-DCA6-C435AB41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11" y="1661114"/>
            <a:ext cx="3514384" cy="2993830"/>
          </a:xfrm>
          <a:prstGeom prst="rect">
            <a:avLst/>
          </a:prstGeom>
        </p:spPr>
      </p:pic>
      <p:pic>
        <p:nvPicPr>
          <p:cNvPr id="9" name="그림 8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EFEE9707-ECB8-F456-94D8-C564DA527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538" y="1661114"/>
            <a:ext cx="5505987" cy="443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38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36081-7FC4-7B2C-9D6F-D648CD48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4571908-5C28-AB67-60F1-16E2510F8A2E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773831-8BEC-DE10-27FE-485A11F30F56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A3BF59-65EB-E775-F681-C2AA17036A23}"/>
              </a:ext>
            </a:extLst>
          </p:cNvPr>
          <p:cNvSpPr txBox="1"/>
          <p:nvPr/>
        </p:nvSpPr>
        <p:spPr>
          <a:xfrm>
            <a:off x="1779156" y="423744"/>
            <a:ext cx="3304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Packetizer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C1B826-124C-766A-073C-3FB810A8FF89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2C9CE7-6B8A-FF4A-0C6A-94826618913F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FEF7B3-1955-F301-80B3-EC94B1C796B5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4" name="그림 3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8B96D9A-966E-AAA5-48F6-E91373A07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92" y="1649153"/>
            <a:ext cx="3008047" cy="2795847"/>
          </a:xfrm>
          <a:prstGeom prst="rect">
            <a:avLst/>
          </a:prstGeom>
        </p:spPr>
      </p:pic>
      <p:pic>
        <p:nvPicPr>
          <p:cNvPr id="5" name="그림 4" descr="텍스트, 폰트, 스크린샷, 번호이(가) 표시된 사진&#10;&#10;자동 생성된 설명">
            <a:extLst>
              <a:ext uri="{FF2B5EF4-FFF2-40B4-BE49-F238E27FC236}">
                <a16:creationId xmlns:a16="http://schemas.microsoft.com/office/drawing/2014/main" id="{6D290FCE-0DC6-B84F-3CF7-14DA99AE8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145" y="1809607"/>
            <a:ext cx="2878455" cy="4833678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5620E0DF-78D8-855E-3D54-16CB70E5C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107" y="1809607"/>
            <a:ext cx="4162641" cy="193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79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72EE6-859F-605F-F257-BA35D680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9FDE679-986B-CD9D-D0EB-BE67CDE7BE96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4910AFF-928B-3E8A-8EED-BF4A161167C8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A348DB-CF19-2922-812A-0C70FDA32A88}"/>
              </a:ext>
            </a:extLst>
          </p:cNvPr>
          <p:cNvSpPr txBox="1"/>
          <p:nvPr/>
        </p:nvSpPr>
        <p:spPr>
          <a:xfrm>
            <a:off x="1779156" y="423744"/>
            <a:ext cx="32323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LCRC_gen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CF59C1-D204-CD9E-ED1C-7DD663E58610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3BC309-6CBD-47D5-597F-D862CFB8A63E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645F7-7FC3-4B76-CB47-4BB147F3F1ED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D1139CC-8D2E-B3E0-9509-C2B715DF0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7" y="1706050"/>
            <a:ext cx="4660974" cy="388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2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F625-255D-7272-CF5E-BAC6F673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9904EB6-88B9-A9BA-BE45-717CE5C8BA20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07BEBE-6323-9F44-999C-49B08E236877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DE16DE-E5BE-F447-A783-1C2CAA251FD1}"/>
              </a:ext>
            </a:extLst>
          </p:cNvPr>
          <p:cNvSpPr txBox="1"/>
          <p:nvPr/>
        </p:nvSpPr>
        <p:spPr>
          <a:xfrm>
            <a:off x="1779156" y="423744"/>
            <a:ext cx="3597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CRC32_GEN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36CF8F-14C8-665B-169A-B3CBFE539AA7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DD0483-D39C-B654-28CE-77F5D0AF2CF5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DEF998-7D14-DBD8-DF96-ACFD75FB014C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4" name="그림 3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C01BF8A9-11FB-B05C-463C-D5023EBA9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90" y="1626234"/>
            <a:ext cx="3597651" cy="495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82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D76FF-F789-940A-3E7A-FB5599B1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8E549C4-2318-18F0-7B62-43D452DDBE4F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BF4998E-541E-4444-CE44-81616CEA394D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A170C1-86F1-E561-6CEE-8EA262C3F425}"/>
              </a:ext>
            </a:extLst>
          </p:cNvPr>
          <p:cNvSpPr txBox="1"/>
          <p:nvPr/>
        </p:nvSpPr>
        <p:spPr>
          <a:xfrm>
            <a:off x="1779156" y="423744"/>
            <a:ext cx="4045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Sequence_gen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F370A0-BD96-EB36-D6C0-9FB51B12ED0E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9DF2D2-5A0A-A5CB-3436-0521FCEB8161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461EE1-0734-8AE7-FF32-50B8CC28EEA8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BEE7B692-64E7-D9AE-1898-D57D51DA3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96" y="1661113"/>
            <a:ext cx="4714884" cy="3879995"/>
          </a:xfrm>
          <a:prstGeom prst="rect">
            <a:avLst/>
          </a:prstGeom>
        </p:spPr>
      </p:pic>
      <p:pic>
        <p:nvPicPr>
          <p:cNvPr id="5" name="그림 4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6E2A8414-DDBB-8D00-EA39-92BFE632F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497" y="1661113"/>
            <a:ext cx="4929054" cy="36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34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1D65A-0CB9-F197-B83B-13A120C9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EE93AD7-6FB2-3521-F1CF-49631FF0A355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87DE12-E37F-5BB5-7D52-501A9CFB67DF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CDE2CD-1416-03AD-4F97-C65AA67D2B9A}"/>
              </a:ext>
            </a:extLst>
          </p:cNvPr>
          <p:cNvSpPr txBox="1"/>
          <p:nvPr/>
        </p:nvSpPr>
        <p:spPr>
          <a:xfrm>
            <a:off x="1779156" y="423744"/>
            <a:ext cx="34235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TLP_buffer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8D64D3-F094-7752-A3F8-4A620B3D34C0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06B1EE-425B-A07F-1F8E-70DC8DF58014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3410-1B27-E930-F57D-E378145F0471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4" name="그림 3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EAE38DF7-354B-3940-AE66-BDDB611F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08" y="1842476"/>
            <a:ext cx="3306730" cy="349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54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6E454-AECB-6784-1CC5-3B683C249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1BE2E8-11CC-80FB-071D-6CDEFBD9605B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F0D3DA-DE3B-E3F4-7E42-51104978DE5B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C3DA2B-3317-7796-53A3-E18EBAB6DA17}"/>
              </a:ext>
            </a:extLst>
          </p:cNvPr>
          <p:cNvSpPr txBox="1"/>
          <p:nvPr/>
        </p:nvSpPr>
        <p:spPr>
          <a:xfrm>
            <a:off x="1779156" y="423744"/>
            <a:ext cx="388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replay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_buffer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4D7A85-CE32-B9A2-1368-D0FA478E7E86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2221A8-1AF3-C3B2-7DDA-F5B243B1A903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97CF5-CAD4-C49B-8187-9554B7E96886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 descr="텍스트, 폰트, 스크린샷, 친필이(가) 표시된 사진&#10;&#10;자동 생성된 설명">
            <a:extLst>
              <a:ext uri="{FF2B5EF4-FFF2-40B4-BE49-F238E27FC236}">
                <a16:creationId xmlns:a16="http://schemas.microsoft.com/office/drawing/2014/main" id="{A06B61BA-55F2-2CD6-2CB9-9CF4521D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44" y="1687480"/>
            <a:ext cx="3600781" cy="4893074"/>
          </a:xfrm>
          <a:prstGeom prst="rect">
            <a:avLst/>
          </a:prstGeom>
        </p:spPr>
      </p:pic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5A62D7C5-B877-4F81-EE93-0E35FD42F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846" y="1687480"/>
            <a:ext cx="3600781" cy="209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815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55A12-92E8-366A-7AD3-DAF6FA72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B58CB4C-1387-1163-E741-9AF203632EB3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593631-B25B-CD37-1919-BB8EF18C767F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3F5679-2538-EF2F-DEEB-647F9FAEA34B}"/>
              </a:ext>
            </a:extLst>
          </p:cNvPr>
          <p:cNvSpPr txBox="1"/>
          <p:nvPr/>
        </p:nvSpPr>
        <p:spPr>
          <a:xfrm>
            <a:off x="1779156" y="423744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Testbench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F38BB5-08E7-06F9-30AB-D30B5F2E5047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22ED92-9675-141C-505C-3FC857F51B8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247701-BFB8-5407-3B55-C1BEF705F9DA}"/>
              </a:ext>
            </a:extLst>
          </p:cNvPr>
          <p:cNvSpPr txBox="1"/>
          <p:nvPr/>
        </p:nvSpPr>
        <p:spPr>
          <a:xfrm>
            <a:off x="534844" y="1118035"/>
            <a:ext cx="3517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Verilog</a:t>
            </a:r>
            <a:r>
              <a:rPr lang="ko-KR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4" name="그림 3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8CE3E1D1-F9D0-8EAC-5A7B-4819D94E8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05" y="1733550"/>
            <a:ext cx="2842895" cy="3390900"/>
          </a:xfrm>
          <a:prstGeom prst="rect">
            <a:avLst/>
          </a:prstGeom>
        </p:spPr>
      </p:pic>
      <p:pic>
        <p:nvPicPr>
          <p:cNvPr id="6" name="그림 5" descr="텍스트, 폰트, 스크린샷, 친필이(가) 표시된 사진&#10;&#10;자동 생성된 설명">
            <a:extLst>
              <a:ext uri="{FF2B5EF4-FFF2-40B4-BE49-F238E27FC236}">
                <a16:creationId xmlns:a16="http://schemas.microsoft.com/office/drawing/2014/main" id="{8C7C2C5F-99F0-5589-9980-A19D5B3FF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295" y="1733550"/>
            <a:ext cx="2211705" cy="3741420"/>
          </a:xfrm>
          <a:prstGeom prst="rect">
            <a:avLst/>
          </a:prstGeom>
        </p:spPr>
      </p:pic>
      <p:pic>
        <p:nvPicPr>
          <p:cNvPr id="7" name="그림 6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E984A239-291C-BB18-102A-176765719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2882" y="1665850"/>
            <a:ext cx="2205990" cy="4511040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7E60A0DE-DEA2-0950-EFBF-EFECC314E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7096" y="1733550"/>
            <a:ext cx="2146300" cy="39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9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2390-F3DD-A192-805C-6A887F8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494457D-2F24-C517-965C-5BC3621852A6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47BA10-3BED-8A35-8BA6-90246890024C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F40C54-761F-515F-A6AD-160D7E1DE1CF}"/>
              </a:ext>
            </a:extLst>
          </p:cNvPr>
          <p:cNvSpPr txBox="1"/>
          <p:nvPr/>
        </p:nvSpPr>
        <p:spPr>
          <a:xfrm>
            <a:off x="1779156" y="423744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Testbench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EAC66C-767A-C284-7DF9-3DF95BD46199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38FB8A-97BE-DE27-F5F9-1E2FB3BCB345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B02BC5-EE39-CE8D-3582-59746776185F}"/>
              </a:ext>
            </a:extLst>
          </p:cNvPr>
          <p:cNvSpPr txBox="1"/>
          <p:nvPr/>
        </p:nvSpPr>
        <p:spPr>
          <a:xfrm>
            <a:off x="1269887" y="1118035"/>
            <a:ext cx="2047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Simulation Result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3" name="그림 2" descr="스크린샷, 다채로움, 멀티미디어 소프트웨어, 그래픽 소프트웨어이(가) 표시된 사진&#10;&#10;자동 생성된 설명">
            <a:extLst>
              <a:ext uri="{FF2B5EF4-FFF2-40B4-BE49-F238E27FC236}">
                <a16:creationId xmlns:a16="http://schemas.microsoft.com/office/drawing/2014/main" id="{57450251-F20B-AA6B-0BB9-1A07B2F80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90" y="2446409"/>
            <a:ext cx="10782581" cy="22818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30E3B5F7-672E-FAA0-70F2-06D90EE40C8A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30E3B5F7-672E-FAA0-70F2-06D90EE40C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EF85F89F-4E00-34B3-0E23-76840CEC0B26}"/>
                  </a:ext>
                </a:extLst>
              </p14:cNvPr>
              <p14:cNvContentPartPr/>
              <p14:nvPr/>
            </p14:nvContentPartPr>
            <p14:xfrm>
              <a:off x="9792495" y="3298089"/>
              <a:ext cx="360" cy="180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EF85F89F-4E00-34B3-0E23-76840CEC0B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86375" y="3291969"/>
                <a:ext cx="12600" cy="1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그룹 40">
            <a:extLst>
              <a:ext uri="{FF2B5EF4-FFF2-40B4-BE49-F238E27FC236}">
                <a16:creationId xmlns:a16="http://schemas.microsoft.com/office/drawing/2014/main" id="{7D3A74E5-D661-589B-5A1E-EF936CB8F4B9}"/>
              </a:ext>
            </a:extLst>
          </p:cNvPr>
          <p:cNvGrpSpPr/>
          <p:nvPr/>
        </p:nvGrpSpPr>
        <p:grpSpPr>
          <a:xfrm>
            <a:off x="6869295" y="2868249"/>
            <a:ext cx="180000" cy="390960"/>
            <a:chOff x="6869295" y="2868249"/>
            <a:chExt cx="18000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A77D3BB5-D292-BFC9-F111-261FF5DC68B9}"/>
                    </a:ext>
                  </a:extLst>
                </p14:cNvPr>
                <p14:cNvContentPartPr/>
                <p14:nvPr/>
              </p14:nvContentPartPr>
              <p14:xfrm>
                <a:off x="6870015" y="2883729"/>
                <a:ext cx="16560" cy="34416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A77D3BB5-D292-BFC9-F111-261FF5DC68B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63895" y="2877609"/>
                  <a:ext cx="288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6A3A5988-79E5-40BB-6B41-671CF4D02FFD}"/>
                    </a:ext>
                  </a:extLst>
                </p14:cNvPr>
                <p14:cNvContentPartPr/>
                <p14:nvPr/>
              </p14:nvContentPartPr>
              <p14:xfrm>
                <a:off x="6877215" y="2868249"/>
                <a:ext cx="143280" cy="3744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6A3A5988-79E5-40BB-6B41-671CF4D02F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71095" y="2862129"/>
                  <a:ext cx="1555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F221C31E-C3B3-5634-6428-63A5FF2DBBF7}"/>
                    </a:ext>
                  </a:extLst>
                </p14:cNvPr>
                <p14:cNvContentPartPr/>
                <p14:nvPr/>
              </p14:nvContentPartPr>
              <p14:xfrm>
                <a:off x="6869295" y="3222849"/>
                <a:ext cx="180000" cy="3636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F221C31E-C3B3-5634-6428-63A5FF2DBB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63175" y="3216729"/>
                  <a:ext cx="19224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C6A3490F-933C-1092-D0BD-E263E4BBD89E}"/>
                  </a:ext>
                </a:extLst>
              </p14:cNvPr>
              <p14:cNvContentPartPr/>
              <p14:nvPr/>
            </p14:nvContentPartPr>
            <p14:xfrm>
              <a:off x="7180335" y="3883809"/>
              <a:ext cx="56880" cy="71136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C6A3490F-933C-1092-D0BD-E263E4BBD89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74215" y="3877689"/>
                <a:ext cx="69120" cy="7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7ABAD348-E0D9-18C6-D8C5-7872EDE37341}"/>
                  </a:ext>
                </a:extLst>
              </p14:cNvPr>
              <p14:cNvContentPartPr/>
              <p14:nvPr/>
            </p14:nvContentPartPr>
            <p14:xfrm>
              <a:off x="7195455" y="3876249"/>
              <a:ext cx="262440" cy="73656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7ABAD348-E0D9-18C6-D8C5-7872EDE3734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89335" y="3870129"/>
                <a:ext cx="274680" cy="7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A920FE77-5016-2CDC-F69C-0E3B9EB1BBA7}"/>
                  </a:ext>
                </a:extLst>
              </p14:cNvPr>
              <p14:cNvContentPartPr/>
              <p14:nvPr/>
            </p14:nvContentPartPr>
            <p14:xfrm>
              <a:off x="7244415" y="2883729"/>
              <a:ext cx="140040" cy="360"/>
            </p14:xfrm>
          </p:contentPart>
        </mc:Choice>
        <mc:Fallback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A920FE77-5016-2CDC-F69C-0E3B9EB1BBA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38295" y="2877609"/>
                <a:ext cx="1522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B8D9A09E-7CA5-24E4-2B9C-76B67AD244D5}"/>
                  </a:ext>
                </a:extLst>
              </p14:cNvPr>
              <p14:cNvContentPartPr/>
              <p14:nvPr/>
            </p14:nvContentPartPr>
            <p14:xfrm>
              <a:off x="7236135" y="2875809"/>
              <a:ext cx="190440" cy="38376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B8D9A09E-7CA5-24E4-2B9C-76B67AD244D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30015" y="2869689"/>
                <a:ext cx="20268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33152C82-DE82-1F29-5AE6-636898A474A3}"/>
                  </a:ext>
                </a:extLst>
              </p14:cNvPr>
              <p14:cNvContentPartPr/>
              <p14:nvPr/>
            </p14:nvContentPartPr>
            <p14:xfrm>
              <a:off x="7572735" y="3266769"/>
              <a:ext cx="720" cy="1377360"/>
            </p14:xfrm>
          </p:contentPart>
        </mc:Choice>
        <mc:Fallback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33152C82-DE82-1F29-5AE6-636898A474A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560495" y="3260289"/>
                <a:ext cx="25200" cy="13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E917A1A8-F916-810F-1292-8F54ADCF7C3D}"/>
                  </a:ext>
                </a:extLst>
              </p14:cNvPr>
              <p14:cNvContentPartPr/>
              <p14:nvPr/>
            </p14:nvContentPartPr>
            <p14:xfrm>
              <a:off x="7580655" y="3281529"/>
              <a:ext cx="129240" cy="4320"/>
            </p14:xfrm>
          </p:contentPart>
        </mc:Choice>
        <mc:Fallback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E917A1A8-F916-810F-1292-8F54ADCF7C3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574535" y="3275409"/>
                <a:ext cx="14148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26279A02-7F07-BBF9-0B32-83BEEA9F38BA}"/>
                  </a:ext>
                </a:extLst>
              </p14:cNvPr>
              <p14:cNvContentPartPr/>
              <p14:nvPr/>
            </p14:nvContentPartPr>
            <p14:xfrm>
              <a:off x="7713495" y="3282249"/>
              <a:ext cx="9000" cy="1398600"/>
            </p14:xfrm>
          </p:contentPart>
        </mc:Choice>
        <mc:Fallback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26279A02-7F07-BBF9-0B32-83BEEA9F38B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07375" y="3276129"/>
                <a:ext cx="21240" cy="14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CBDB0738-39CB-EE24-5192-C2D7BE221103}"/>
                  </a:ext>
                </a:extLst>
              </p14:cNvPr>
              <p14:cNvContentPartPr/>
              <p14:nvPr/>
            </p14:nvContentPartPr>
            <p14:xfrm>
              <a:off x="7588575" y="4603089"/>
              <a:ext cx="111600" cy="23760"/>
            </p14:xfrm>
          </p:contentPart>
        </mc:Choice>
        <mc:Fallback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CBDB0738-39CB-EE24-5192-C2D7BE22110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582455" y="4596969"/>
                <a:ext cx="123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40BEFFDF-BA2D-48A6-7A90-63ADC07216F6}"/>
                  </a:ext>
                </a:extLst>
              </p14:cNvPr>
              <p14:cNvContentPartPr/>
              <p14:nvPr/>
            </p14:nvContentPartPr>
            <p14:xfrm>
              <a:off x="9604935" y="2867889"/>
              <a:ext cx="164160" cy="360"/>
            </p14:xfrm>
          </p:contentPart>
        </mc:Choice>
        <mc:Fallback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40BEFFDF-BA2D-48A6-7A90-63ADC07216F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98815" y="2861769"/>
                <a:ext cx="1764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0" name="그룹 2059">
            <a:extLst>
              <a:ext uri="{FF2B5EF4-FFF2-40B4-BE49-F238E27FC236}">
                <a16:creationId xmlns:a16="http://schemas.microsoft.com/office/drawing/2014/main" id="{C6C141D4-FB6D-04A1-2D29-727C8153A519}"/>
              </a:ext>
            </a:extLst>
          </p:cNvPr>
          <p:cNvGrpSpPr/>
          <p:nvPr/>
        </p:nvGrpSpPr>
        <p:grpSpPr>
          <a:xfrm>
            <a:off x="9612855" y="2836929"/>
            <a:ext cx="540360" cy="1820520"/>
            <a:chOff x="9612855" y="2836929"/>
            <a:chExt cx="540360" cy="182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9B6633DE-11ED-5E35-60EC-3AD9F76760B4}"/>
                    </a:ext>
                  </a:extLst>
                </p14:cNvPr>
                <p14:cNvContentPartPr/>
                <p14:nvPr/>
              </p14:nvContentPartPr>
              <p14:xfrm>
                <a:off x="9612855" y="2868249"/>
                <a:ext cx="47880" cy="38232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9B6633DE-11ED-5E35-60EC-3AD9F76760B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06735" y="2862129"/>
                  <a:ext cx="6012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4C5A2DB3-CD8D-C234-55B5-B3AF835E14DD}"/>
                    </a:ext>
                  </a:extLst>
                </p14:cNvPr>
                <p14:cNvContentPartPr/>
                <p14:nvPr/>
              </p14:nvContentPartPr>
              <p14:xfrm>
                <a:off x="9761175" y="2836929"/>
                <a:ext cx="48960" cy="42156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4C5A2DB3-CD8D-C234-55B5-B3AF835E14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55055" y="2830809"/>
                  <a:ext cx="612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A83CB0A3-5956-7DD0-7DF4-B0D227620E65}"/>
                    </a:ext>
                  </a:extLst>
                </p14:cNvPr>
                <p14:cNvContentPartPr/>
                <p14:nvPr/>
              </p14:nvContentPartPr>
              <p14:xfrm>
                <a:off x="9636255" y="3250209"/>
                <a:ext cx="145800" cy="324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A83CB0A3-5956-7DD0-7DF4-B0D227620E6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630135" y="3244089"/>
                  <a:ext cx="158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48" name="잉크 2047">
                  <a:extLst>
                    <a:ext uri="{FF2B5EF4-FFF2-40B4-BE49-F238E27FC236}">
                      <a16:creationId xmlns:a16="http://schemas.microsoft.com/office/drawing/2014/main" id="{AE6C18C9-D880-09E1-B1E9-C6FBCF257FDC}"/>
                    </a:ext>
                  </a:extLst>
                </p14:cNvPr>
                <p14:cNvContentPartPr/>
                <p14:nvPr/>
              </p14:nvContentPartPr>
              <p14:xfrm>
                <a:off x="9894015" y="3266769"/>
                <a:ext cx="39960" cy="155520"/>
              </p14:xfrm>
            </p:contentPart>
          </mc:Choice>
          <mc:Fallback>
            <p:pic>
              <p:nvPicPr>
                <p:cNvPr id="2048" name="잉크 2047">
                  <a:extLst>
                    <a:ext uri="{FF2B5EF4-FFF2-40B4-BE49-F238E27FC236}">
                      <a16:creationId xmlns:a16="http://schemas.microsoft.com/office/drawing/2014/main" id="{AE6C18C9-D880-09E1-B1E9-C6FBCF257FD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887895" y="3260649"/>
                  <a:ext cx="522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52" name="잉크 2051">
                  <a:extLst>
                    <a:ext uri="{FF2B5EF4-FFF2-40B4-BE49-F238E27FC236}">
                      <a16:creationId xmlns:a16="http://schemas.microsoft.com/office/drawing/2014/main" id="{F5CE2A80-D0EB-C766-C9BD-ECD953C3C40C}"/>
                    </a:ext>
                  </a:extLst>
                </p14:cNvPr>
                <p14:cNvContentPartPr/>
                <p14:nvPr/>
              </p14:nvContentPartPr>
              <p14:xfrm>
                <a:off x="9925335" y="3258849"/>
                <a:ext cx="227880" cy="1398600"/>
              </p14:xfrm>
            </p:contentPart>
          </mc:Choice>
          <mc:Fallback>
            <p:pic>
              <p:nvPicPr>
                <p:cNvPr id="2052" name="잉크 2051">
                  <a:extLst>
                    <a:ext uri="{FF2B5EF4-FFF2-40B4-BE49-F238E27FC236}">
                      <a16:creationId xmlns:a16="http://schemas.microsoft.com/office/drawing/2014/main" id="{F5CE2A80-D0EB-C766-C9BD-ECD953C3C40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919215" y="3252729"/>
                  <a:ext cx="240120" cy="141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054" name="잉크 2053">
                <a:extLst>
                  <a:ext uri="{FF2B5EF4-FFF2-40B4-BE49-F238E27FC236}">
                    <a16:creationId xmlns:a16="http://schemas.microsoft.com/office/drawing/2014/main" id="{3207BA8A-53F6-4142-8E6F-384B03D644BA}"/>
                  </a:ext>
                </a:extLst>
              </p14:cNvPr>
              <p14:cNvContentPartPr/>
              <p14:nvPr/>
            </p14:nvContentPartPr>
            <p14:xfrm>
              <a:off x="9901575" y="3391689"/>
              <a:ext cx="720" cy="1228320"/>
            </p14:xfrm>
          </p:contentPart>
        </mc:Choice>
        <mc:Fallback>
          <p:pic>
            <p:nvPicPr>
              <p:cNvPr id="2054" name="잉크 2053">
                <a:extLst>
                  <a:ext uri="{FF2B5EF4-FFF2-40B4-BE49-F238E27FC236}">
                    <a16:creationId xmlns:a16="http://schemas.microsoft.com/office/drawing/2014/main" id="{3207BA8A-53F6-4142-8E6F-384B03D644B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89335" y="3385569"/>
                <a:ext cx="25200" cy="12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056" name="잉크 2055">
                <a:extLst>
                  <a:ext uri="{FF2B5EF4-FFF2-40B4-BE49-F238E27FC236}">
                    <a16:creationId xmlns:a16="http://schemas.microsoft.com/office/drawing/2014/main" id="{A53467FD-74D0-9AB5-0F72-2A917D35D400}"/>
                  </a:ext>
                </a:extLst>
              </p14:cNvPr>
              <p14:cNvContentPartPr/>
              <p14:nvPr/>
            </p14:nvContentPartPr>
            <p14:xfrm>
              <a:off x="9901575" y="4626129"/>
              <a:ext cx="258480" cy="16200"/>
            </p14:xfrm>
          </p:contentPart>
        </mc:Choice>
        <mc:Fallback>
          <p:pic>
            <p:nvPicPr>
              <p:cNvPr id="2056" name="잉크 2055">
                <a:extLst>
                  <a:ext uri="{FF2B5EF4-FFF2-40B4-BE49-F238E27FC236}">
                    <a16:creationId xmlns:a16="http://schemas.microsoft.com/office/drawing/2014/main" id="{A53467FD-74D0-9AB5-0F72-2A917D35D40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895455" y="4620009"/>
                <a:ext cx="2707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058" name="잉크 2057">
                <a:extLst>
                  <a:ext uri="{FF2B5EF4-FFF2-40B4-BE49-F238E27FC236}">
                    <a16:creationId xmlns:a16="http://schemas.microsoft.com/office/drawing/2014/main" id="{36858968-2CF7-BEE1-A869-D58043263E9D}"/>
                  </a:ext>
                </a:extLst>
              </p14:cNvPr>
              <p14:cNvContentPartPr/>
              <p14:nvPr/>
            </p14:nvContentPartPr>
            <p14:xfrm>
              <a:off x="7244415" y="3289449"/>
              <a:ext cx="720" cy="602640"/>
            </p14:xfrm>
          </p:contentPart>
        </mc:Choice>
        <mc:Fallback>
          <p:pic>
            <p:nvPicPr>
              <p:cNvPr id="2058" name="잉크 2057">
                <a:extLst>
                  <a:ext uri="{FF2B5EF4-FFF2-40B4-BE49-F238E27FC236}">
                    <a16:creationId xmlns:a16="http://schemas.microsoft.com/office/drawing/2014/main" id="{36858968-2CF7-BEE1-A869-D58043263E9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232175" y="3283329"/>
                <a:ext cx="25200" cy="61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059" name="잉크 2058">
                <a:extLst>
                  <a:ext uri="{FF2B5EF4-FFF2-40B4-BE49-F238E27FC236}">
                    <a16:creationId xmlns:a16="http://schemas.microsoft.com/office/drawing/2014/main" id="{9C8B80C7-EA19-C4C9-0060-05A2DE5D392E}"/>
                  </a:ext>
                </a:extLst>
              </p14:cNvPr>
              <p14:cNvContentPartPr/>
              <p14:nvPr/>
            </p14:nvContentPartPr>
            <p14:xfrm>
              <a:off x="7213455" y="3304929"/>
              <a:ext cx="216000" cy="636480"/>
            </p14:xfrm>
          </p:contentPart>
        </mc:Choice>
        <mc:Fallback>
          <p:pic>
            <p:nvPicPr>
              <p:cNvPr id="2059" name="잉크 2058">
                <a:extLst>
                  <a:ext uri="{FF2B5EF4-FFF2-40B4-BE49-F238E27FC236}">
                    <a16:creationId xmlns:a16="http://schemas.microsoft.com/office/drawing/2014/main" id="{9C8B80C7-EA19-C4C9-0060-05A2DE5D392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207335" y="3298809"/>
                <a:ext cx="228240" cy="6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1964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E6E5-9FCA-73CD-ACC7-9331D574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A225C69-0BFB-0C09-327F-660C293ACBAF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22E9FE1-712C-0AA5-C45E-4917A30BADE0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E77AD8-228C-3E72-09B1-9225E4D5CC4C}"/>
              </a:ext>
            </a:extLst>
          </p:cNvPr>
          <p:cNvSpPr txBox="1"/>
          <p:nvPr/>
        </p:nvSpPr>
        <p:spPr>
          <a:xfrm>
            <a:off x="1779156" y="423744"/>
            <a:ext cx="5318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RX_Transaction_Layer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5C8D3-B806-451F-954C-7D3EF425BEED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8B49FB-13BF-D074-F9F8-9EC22171ADD9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E5EA27-9D46-7748-810B-1044E6DBCC83}"/>
              </a:ext>
            </a:extLst>
          </p:cNvPr>
          <p:cNvSpPr txBox="1"/>
          <p:nvPr/>
        </p:nvSpPr>
        <p:spPr>
          <a:xfrm>
            <a:off x="531644" y="1118035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59E69ADC-D8FA-6B97-55E2-17964869CC42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59E69ADC-D8FA-6B97-55E2-17964869CC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8F18EFE-6BE2-663E-401F-C12492BFF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44" y="1700847"/>
            <a:ext cx="3832225" cy="34563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A0F709-5909-37BD-1D2E-F946ACF0DB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44" y="5189169"/>
            <a:ext cx="5731510" cy="14528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47F50C4-F0AE-8B6F-F0E0-2815825C7A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858" y="1638278"/>
            <a:ext cx="3212592" cy="9101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5B81D5-D76F-C379-ECDB-7EB8AA72A9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858" y="2464862"/>
            <a:ext cx="5836675" cy="249995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B3E095-65A8-F0D7-1EDA-668988A7DB2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462" y="4735389"/>
            <a:ext cx="2778815" cy="204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90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1B36-5997-C993-F760-3F1A77082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98536E3-A2EB-AB1A-935D-5B33B92A4D45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F73EA5-ED1A-3E9A-17A3-18FB6EED8565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3CC0E-07D7-134D-650F-9F485A3B7B87}"/>
              </a:ext>
            </a:extLst>
          </p:cNvPr>
          <p:cNvSpPr txBox="1"/>
          <p:nvPr/>
        </p:nvSpPr>
        <p:spPr>
          <a:xfrm>
            <a:off x="1779156" y="423744"/>
            <a:ext cx="5318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RX_Transaction_Layer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2B0235-E48A-1336-716D-801B7489E846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51E71A-FE75-FB0E-40E1-ABD63033747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6D9A9-DBBB-7C1D-3045-5DA0FEC7E184}"/>
              </a:ext>
            </a:extLst>
          </p:cNvPr>
          <p:cNvSpPr txBox="1"/>
          <p:nvPr/>
        </p:nvSpPr>
        <p:spPr>
          <a:xfrm>
            <a:off x="874753" y="1118035"/>
            <a:ext cx="21053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Simulation Result 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1) NAK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3575A259-7658-4946-F526-3DD4B40C753A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3575A259-7658-4946-F526-3DD4B40C75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68F0E45A-D5B8-AB09-3BF7-25FEE1F5B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69" y="2105148"/>
            <a:ext cx="9182477" cy="324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9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E620-4183-ABB1-9DEE-8DB6C21B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6DF846D-B5D3-6CE8-3E40-FA0A0897F758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E391B99-020B-F2EE-FB32-2D6EB7C46769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ABEF9D-AFC0-4A40-377D-17B15ECB6642}"/>
              </a:ext>
            </a:extLst>
          </p:cNvPr>
          <p:cNvSpPr txBox="1"/>
          <p:nvPr/>
        </p:nvSpPr>
        <p:spPr>
          <a:xfrm>
            <a:off x="1779156" y="423744"/>
            <a:ext cx="5318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RX_Transaction_Layer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615FFC-E234-E6A0-ECAE-FD638AB285E0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D4AAE0-07E1-4360-00C2-93A940794F2A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93817-D66B-8793-BCE2-868F5433CABA}"/>
              </a:ext>
            </a:extLst>
          </p:cNvPr>
          <p:cNvSpPr txBox="1"/>
          <p:nvPr/>
        </p:nvSpPr>
        <p:spPr>
          <a:xfrm>
            <a:off x="926016" y="1108876"/>
            <a:ext cx="2047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Simulation Result</a:t>
            </a:r>
          </a:p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2) ACK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0723B72F-FC1F-0848-825D-905B086C379E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0723B72F-FC1F-0848-825D-905B086C37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C31262C-9057-1E7B-1F20-9179A30B4D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87" y="2024841"/>
            <a:ext cx="8620078" cy="403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72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2CCA-17EC-521B-4FC2-47112FAF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BDE62E2-1ABA-5ADD-A1CB-FB8583D11F50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1011730-BFB0-8624-7A82-171D8E35F984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2856AD-217E-9C81-A5FB-EBEE12AC92C5}"/>
              </a:ext>
            </a:extLst>
          </p:cNvPr>
          <p:cNvSpPr txBox="1"/>
          <p:nvPr/>
        </p:nvSpPr>
        <p:spPr>
          <a:xfrm>
            <a:off x="1779156" y="423744"/>
            <a:ext cx="4771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RX_Datalink_Layer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18B4D3-FB1F-BF3C-40D0-548948B53439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47B5AD-B1DF-0E11-8B91-5662314CF3AC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8527D-AAD8-481C-90B9-AD7CCAF167B0}"/>
              </a:ext>
            </a:extLst>
          </p:cNvPr>
          <p:cNvSpPr txBox="1"/>
          <p:nvPr/>
        </p:nvSpPr>
        <p:spPr>
          <a:xfrm>
            <a:off x="531644" y="1118035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C626A539-2D30-DFE8-D44A-B2B8D7D8199A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C626A539-2D30-DFE8-D44A-B2B8D7D819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3D32A428-9A88-13C4-ECEA-EF65E351AE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31"/>
          <a:stretch/>
        </p:blipFill>
        <p:spPr bwMode="auto">
          <a:xfrm>
            <a:off x="531643" y="1586430"/>
            <a:ext cx="3807413" cy="48812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그림 8" descr="텍스트, 폰트, 친필, 편지이(가) 표시된 사진&#10;&#10;자동 생성된 설명">
            <a:extLst>
              <a:ext uri="{FF2B5EF4-FFF2-40B4-BE49-F238E27FC236}">
                <a16:creationId xmlns:a16="http://schemas.microsoft.com/office/drawing/2014/main" id="{AD1EF916-8EED-6949-33DD-99F0BBD74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3746" y="1586430"/>
            <a:ext cx="3613606" cy="4282924"/>
          </a:xfrm>
          <a:prstGeom prst="rect">
            <a:avLst/>
          </a:prstGeom>
        </p:spPr>
      </p:pic>
      <p:pic>
        <p:nvPicPr>
          <p:cNvPr id="10" name="그림 9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26872B9A-F594-DAD3-7589-1FFE850B37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667" y="1695845"/>
            <a:ext cx="4014210" cy="399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95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8ED2-F67D-D2D5-0751-51397DD2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5429299-E9C1-3A6E-407B-E2E94D2F9763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46E288C-E8C7-2D7B-0839-FDDB190C9EDA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A7BD9B-7FE6-28B8-0E88-C6DD389D93D8}"/>
              </a:ext>
            </a:extLst>
          </p:cNvPr>
          <p:cNvSpPr txBox="1"/>
          <p:nvPr/>
        </p:nvSpPr>
        <p:spPr>
          <a:xfrm>
            <a:off x="1779156" y="423744"/>
            <a:ext cx="3302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CRC check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CD341F-99ED-B301-30C8-541E21486BEF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567072-3CE1-879E-5C65-FBCB2FCFC250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DAD56-FEB4-7827-6117-BD5AF2F322FC}"/>
              </a:ext>
            </a:extLst>
          </p:cNvPr>
          <p:cNvSpPr txBox="1"/>
          <p:nvPr/>
        </p:nvSpPr>
        <p:spPr>
          <a:xfrm>
            <a:off x="531644" y="1118035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2B9D103D-665F-E870-1883-2B6A81400D89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2B9D103D-665F-E870-1883-2B6A81400D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1C6D5435-2535-FD5A-5A62-6A56AA054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12" y="1661114"/>
            <a:ext cx="4610300" cy="466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32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5FC3B-87A0-3387-DB68-5A855E83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D74D416-684F-6936-1502-9CB5CEF21F5C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665521-7C28-C883-82EE-589388548E45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3B1A35-3D6D-2384-E0B4-F33698D4FCA2}"/>
              </a:ext>
            </a:extLst>
          </p:cNvPr>
          <p:cNvSpPr txBox="1"/>
          <p:nvPr/>
        </p:nvSpPr>
        <p:spPr>
          <a:xfrm>
            <a:off x="1779156" y="423744"/>
            <a:ext cx="32111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TLP_LCRC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050D09-6833-8EC3-8DCC-04ECBE5CB05F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5B2EBD-C0E7-F917-81B7-7AD484B21F8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7F2AB4-B07C-4FF5-9BF0-8E0DA615ECEB}"/>
              </a:ext>
            </a:extLst>
          </p:cNvPr>
          <p:cNvSpPr txBox="1"/>
          <p:nvPr/>
        </p:nvSpPr>
        <p:spPr>
          <a:xfrm>
            <a:off x="531644" y="1118035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2FE72F57-D629-2280-0160-0DC5AE9FFDFE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2FE72F57-D629-2280-0160-0DC5AE9FFD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 descr="텍스트, 문서, 스크린샷, 폰트이(가) 표시된 사진&#10;&#10;자동 생성된 설명">
            <a:extLst>
              <a:ext uri="{FF2B5EF4-FFF2-40B4-BE49-F238E27FC236}">
                <a16:creationId xmlns:a16="http://schemas.microsoft.com/office/drawing/2014/main" id="{78C94D2A-81BD-F262-8FE4-7AA7854B7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44" y="1627661"/>
            <a:ext cx="4826189" cy="464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960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2288-01DB-FA5B-ED64-E88A87F3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D1A9E7C-FD30-7886-1757-E2334F79F0B6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64EBB1-F496-7826-3BD6-942786466742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5A34C6-A6B8-420A-6B0C-F7C179969F13}"/>
              </a:ext>
            </a:extLst>
          </p:cNvPr>
          <p:cNvSpPr txBox="1"/>
          <p:nvPr/>
        </p:nvSpPr>
        <p:spPr>
          <a:xfrm>
            <a:off x="1779156" y="423744"/>
            <a:ext cx="4023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TLP_Sequence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B4AA5F-9BAA-4E93-F805-C2268288AEAC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B15217-2972-3285-72FA-A8C0D59FC7EA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489B7-1215-D97B-9C83-5267A8CD5671}"/>
              </a:ext>
            </a:extLst>
          </p:cNvPr>
          <p:cNvSpPr txBox="1"/>
          <p:nvPr/>
        </p:nvSpPr>
        <p:spPr>
          <a:xfrm>
            <a:off x="531644" y="1118035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94C6C958-E9E5-C7C6-E905-41CA944A1551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94C6C958-E9E5-C7C6-E905-41CA944A15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D03A27C8-3AD7-0422-FF78-516EEE5B3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11" y="1735383"/>
            <a:ext cx="4550423" cy="439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49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4F2FB-7A36-1CAA-12A9-2560C858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9E8BD1F-3793-4488-E170-A84F8FC92990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CCDFA6-AA6F-515F-68E9-3C6E84C7DFB2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8D40B-967E-51C9-CD69-1830AE90FD19}"/>
              </a:ext>
            </a:extLst>
          </p:cNvPr>
          <p:cNvSpPr txBox="1"/>
          <p:nvPr/>
        </p:nvSpPr>
        <p:spPr>
          <a:xfrm>
            <a:off x="1779156" y="423744"/>
            <a:ext cx="31760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TLP</a:t>
            </a: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_Data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4E2EE0-D57C-8D95-E9EB-2FF7FD498C6B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EF1FB7-8C56-637F-DC57-58E148D46592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EBD06-88AF-FEA4-5D09-DFAD954976FF}"/>
              </a:ext>
            </a:extLst>
          </p:cNvPr>
          <p:cNvSpPr txBox="1"/>
          <p:nvPr/>
        </p:nvSpPr>
        <p:spPr>
          <a:xfrm>
            <a:off x="531644" y="1118035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585586D5-D4E0-E832-BE3C-234E85382402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585586D5-D4E0-E832-BE3C-234E853824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 descr="텍스트, 문서, 스크린샷, 폰트이(가) 표시된 사진&#10;&#10;자동 생성된 설명">
            <a:extLst>
              <a:ext uri="{FF2B5EF4-FFF2-40B4-BE49-F238E27FC236}">
                <a16:creationId xmlns:a16="http://schemas.microsoft.com/office/drawing/2014/main" id="{D051D75D-E47C-D7E2-F72C-82E40CBA6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47" y="1735383"/>
            <a:ext cx="4308436" cy="3789734"/>
          </a:xfrm>
          <a:prstGeom prst="rect">
            <a:avLst/>
          </a:prstGeom>
        </p:spPr>
      </p:pic>
      <p:pic>
        <p:nvPicPr>
          <p:cNvPr id="5" name="그림 4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C713D8D5-C75B-A42B-9144-04A6CD610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4791" y="1911081"/>
            <a:ext cx="4123323" cy="302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79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F8AE-8025-DD20-4FD2-2D276F7C1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9BA4473-31C9-12E7-FB07-B7EA8C94D4D9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121E20-6602-B77D-BE2E-9DAC6056C46E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554EB8-3094-B80C-50A3-AEEFFA85BF22}"/>
              </a:ext>
            </a:extLst>
          </p:cNvPr>
          <p:cNvSpPr txBox="1"/>
          <p:nvPr/>
        </p:nvSpPr>
        <p:spPr>
          <a:xfrm>
            <a:off x="1779156" y="423744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Testbench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9EA154-C748-29FC-4E6E-AA37D4A915AC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52C7AE-5E7B-D06C-6AAA-541EE42D2977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9D15D9-8F0E-53B9-69A8-F8E2E0B437B6}"/>
              </a:ext>
            </a:extLst>
          </p:cNvPr>
          <p:cNvSpPr txBox="1"/>
          <p:nvPr/>
        </p:nvSpPr>
        <p:spPr>
          <a:xfrm>
            <a:off x="531644" y="1118035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FD74E3F2-AF62-F6C1-4DF4-674736F45068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FD74E3F2-AF62-F6C1-4DF4-674736F450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57FE28E4-65E0-BA53-7536-67F269B26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44" y="1562456"/>
            <a:ext cx="3239770" cy="4270375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222A12F-1A29-8624-36DC-95F5FDBC2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351" y="1528902"/>
            <a:ext cx="3442384" cy="1631455"/>
          </a:xfrm>
          <a:prstGeom prst="rect">
            <a:avLst/>
          </a:prstGeom>
        </p:spPr>
      </p:pic>
      <p:pic>
        <p:nvPicPr>
          <p:cNvPr id="7" name="그림 6" descr="텍스트, 스크린샷, 문서이(가) 표시된 사진&#10;&#10;자동 생성된 설명">
            <a:extLst>
              <a:ext uri="{FF2B5EF4-FFF2-40B4-BE49-F238E27FC236}">
                <a16:creationId xmlns:a16="http://schemas.microsoft.com/office/drawing/2014/main" id="{7FA291D5-CF23-E1E7-FADF-F1272B11A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072" y="3243385"/>
            <a:ext cx="4530619" cy="352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02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3370-85DD-167D-0277-109CE89E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7CBB67C-EBDE-ECBA-970F-19C99660082B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477B528-BE5F-724E-982B-153077AD9E93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80C018-B884-ACD4-7714-9FD4E066CCCF}"/>
              </a:ext>
            </a:extLst>
          </p:cNvPr>
          <p:cNvSpPr txBox="1"/>
          <p:nvPr/>
        </p:nvSpPr>
        <p:spPr>
          <a:xfrm>
            <a:off x="1779156" y="423744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Testbench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90BB7B-8AE9-7C8B-31C5-F46A0E25EA12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CC377F-DE3D-B8EA-65A6-827CE0C4632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BD7A67-67C7-7802-5408-1E3D991757AF}"/>
              </a:ext>
            </a:extLst>
          </p:cNvPr>
          <p:cNvSpPr txBox="1"/>
          <p:nvPr/>
        </p:nvSpPr>
        <p:spPr>
          <a:xfrm>
            <a:off x="729390" y="1188138"/>
            <a:ext cx="2047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Simulation Result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76B11461-D580-6ED0-EF31-72B6D9BCFD8C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76B11461-D580-6ED0-EF31-72B6D9BCFD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 descr="스크린샷, 그래픽 소프트웨어, 멀티미디어 소프트웨어, 편집이(가) 표시된 사진&#10;&#10;자동 생성된 설명">
            <a:extLst>
              <a:ext uri="{FF2B5EF4-FFF2-40B4-BE49-F238E27FC236}">
                <a16:creationId xmlns:a16="http://schemas.microsoft.com/office/drawing/2014/main" id="{9ABBB818-9B59-E09B-222B-6542FCB99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90" y="2234883"/>
            <a:ext cx="11033180" cy="264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58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4A69-6044-FE67-2C78-89EBF9D5F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AF70F7A-B550-77F6-33CF-D579EBB6BBDA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C5BCD8A-C588-2B7B-D1AB-77AA45D78D83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3214A-8202-A0A3-1BA9-6C13861CF067}"/>
              </a:ext>
            </a:extLst>
          </p:cNvPr>
          <p:cNvSpPr txBox="1"/>
          <p:nvPr/>
        </p:nvSpPr>
        <p:spPr>
          <a:xfrm>
            <a:off x="1779156" y="423744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TX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20E6CA-133D-61F0-02BB-44543CD7B5D1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74AE99-72B5-3420-AD41-B52352F6FA82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013218-C0DD-D641-BB34-5410F5A234C4}"/>
              </a:ext>
            </a:extLst>
          </p:cNvPr>
          <p:cNvSpPr txBox="1"/>
          <p:nvPr/>
        </p:nvSpPr>
        <p:spPr>
          <a:xfrm>
            <a:off x="543062" y="1149693"/>
            <a:ext cx="2047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Simulation Result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95D25B97-A2BC-6102-28EF-C6F3EA9A2774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95D25B97-A2BC-6102-28EF-C6F3EA9A27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 descr="스크린샷, 라인, 다채로움이(가) 표시된 사진&#10;&#10;자동 생성된 설명">
            <a:extLst>
              <a:ext uri="{FF2B5EF4-FFF2-40B4-BE49-F238E27FC236}">
                <a16:creationId xmlns:a16="http://schemas.microsoft.com/office/drawing/2014/main" id="{8935DE44-FD6C-28E1-AC77-8CA96D558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062" y="1996011"/>
            <a:ext cx="10131092" cy="346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64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E06C4-D155-2AF8-2DC1-74B77578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06E5667-6E76-749F-BA17-673644E84514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29CE380-6A9D-531E-1AD5-373D27FE2E29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6103B7-4A64-2F98-F6C1-FF81CD422CC4}"/>
              </a:ext>
            </a:extLst>
          </p:cNvPr>
          <p:cNvSpPr txBox="1"/>
          <p:nvPr/>
        </p:nvSpPr>
        <p:spPr>
          <a:xfrm>
            <a:off x="1779156" y="423744"/>
            <a:ext cx="2061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R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X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C47F63-28A4-54BD-E79D-9744EDD9683E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2B0BC8-D461-E0B7-1481-572E19CAB598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9F569-8356-AE61-7CFE-19BC00EB1BC7}"/>
              </a:ext>
            </a:extLst>
          </p:cNvPr>
          <p:cNvSpPr txBox="1"/>
          <p:nvPr/>
        </p:nvSpPr>
        <p:spPr>
          <a:xfrm>
            <a:off x="543062" y="1149693"/>
            <a:ext cx="2047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Simulation Result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386A4111-A5CC-0E51-D6B7-4667C607ED00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386A4111-A5CC-0E51-D6B7-4667C607ED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 descr="스크린샷, 텍스트, 소프트웨어, 라인이(가) 표시된 사진&#10;&#10;자동 생성된 설명">
            <a:extLst>
              <a:ext uri="{FF2B5EF4-FFF2-40B4-BE49-F238E27FC236}">
                <a16:creationId xmlns:a16="http://schemas.microsoft.com/office/drawing/2014/main" id="{A6AC19C4-F8D7-F765-227A-7FF4E96E2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89" y="2017530"/>
            <a:ext cx="10757583" cy="390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90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60039-045A-D0B8-3AB9-34FD2391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8E23B03-65FC-F6C4-13CF-D39611DB9D7E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816169-745D-6932-DD0B-9BAFBA31A055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616C9A-CF7E-F6A8-56DA-D6E0D860371C}"/>
              </a:ext>
            </a:extLst>
          </p:cNvPr>
          <p:cNvSpPr txBox="1"/>
          <p:nvPr/>
        </p:nvSpPr>
        <p:spPr>
          <a:xfrm>
            <a:off x="1779156" y="423744"/>
            <a:ext cx="2292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TOP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3AF24-65F7-E600-B231-B917268D7FC7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89A42D-DB06-42AB-0E5D-C33399F863B3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A580D-5841-7B57-BF87-A2EB74A0F10E}"/>
              </a:ext>
            </a:extLst>
          </p:cNvPr>
          <p:cNvSpPr txBox="1"/>
          <p:nvPr/>
        </p:nvSpPr>
        <p:spPr>
          <a:xfrm>
            <a:off x="569722" y="1157674"/>
            <a:ext cx="2395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Simulation Result (1)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293BBD4-4FA2-6FD5-9CE4-CF59A34AFC25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293BBD4-4FA2-6FD5-9CE4-CF59A34AFC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E7CF59E-EDA7-86E2-8C24-039EE6128B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62" y="1871149"/>
            <a:ext cx="11164440" cy="445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918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B25DA-15C2-988C-BCDB-1CF2BBD5F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0B7F2A0-7122-1097-46F0-DBDC82AB0182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6B0C96-1A59-2978-2FFD-C809AE58F315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4B1E9F-9566-8A81-7FF2-6D1F8BA4B120}"/>
              </a:ext>
            </a:extLst>
          </p:cNvPr>
          <p:cNvSpPr txBox="1"/>
          <p:nvPr/>
        </p:nvSpPr>
        <p:spPr>
          <a:xfrm>
            <a:off x="1779156" y="423744"/>
            <a:ext cx="2292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TOP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C5147B-F7C3-5249-1AC2-793BC55FD0E6}"/>
              </a:ext>
            </a:extLst>
          </p:cNvPr>
          <p:cNvSpPr txBox="1"/>
          <p:nvPr/>
        </p:nvSpPr>
        <p:spPr>
          <a:xfrm>
            <a:off x="267629" y="531465"/>
            <a:ext cx="92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2-7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4F171E-EC83-D783-AA32-984E1E32358C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2009C9-625E-3E97-7DD9-7163C095C5AF}"/>
              </a:ext>
            </a:extLst>
          </p:cNvPr>
          <p:cNvSpPr txBox="1"/>
          <p:nvPr/>
        </p:nvSpPr>
        <p:spPr>
          <a:xfrm>
            <a:off x="569722" y="1157674"/>
            <a:ext cx="2395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Simulation Result (2)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103AFCBB-2E63-3380-13AB-8CDB63E1F86E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103AFCBB-2E63-3380-13AB-8CDB63E1F8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2D5E394-DEDA-0D26-F0A0-F042241BD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22" y="1657381"/>
            <a:ext cx="6766645" cy="492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19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6FA1-67A1-3EED-E734-ACDBE648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1B06DB-55F8-5455-51C6-136D56792A40}"/>
              </a:ext>
            </a:extLst>
          </p:cNvPr>
          <p:cNvSpPr txBox="1"/>
          <p:nvPr/>
        </p:nvSpPr>
        <p:spPr>
          <a:xfrm>
            <a:off x="507459" y="2844225"/>
            <a:ext cx="11177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200" b="1" dirty="0">
                <a:solidFill>
                  <a:schemeClr val="accent2"/>
                </a:solidFill>
                <a:latin typeface="배달의민족 도현"/>
                <a:ea typeface="배달의민족 도현"/>
              </a:rPr>
              <a:t>Improvement</a:t>
            </a:r>
            <a:endParaRPr lang="ko-KR" altLang="en-US" sz="3200" b="1" dirty="0">
              <a:solidFill>
                <a:schemeClr val="accent2"/>
              </a:solidFill>
              <a:latin typeface="배달의민족 도현"/>
              <a:ea typeface="배달의민족 도현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AF148FA-67BA-36F5-B6B4-2EED6465E6DF}"/>
              </a:ext>
            </a:extLst>
          </p:cNvPr>
          <p:cNvCxnSpPr/>
          <p:nvPr/>
        </p:nvCxnSpPr>
        <p:spPr>
          <a:xfrm>
            <a:off x="5430644" y="4871184"/>
            <a:ext cx="1293541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2F27E1F-838F-2443-7A18-FAA359E847B7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94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DCFB-A2E6-A8C0-2147-F81AD280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DC5836C-4894-0973-EA20-36C15CA8BB5D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2E455F-833C-AA24-4213-CD06D8571D32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E96B92-F26A-742D-17EB-3F2DC12AC5E6}"/>
              </a:ext>
            </a:extLst>
          </p:cNvPr>
          <p:cNvSpPr txBox="1"/>
          <p:nvPr/>
        </p:nvSpPr>
        <p:spPr>
          <a:xfrm>
            <a:off x="1779156" y="42374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Timing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FC58D8-F03C-B704-9E16-288E538BDF96}"/>
              </a:ext>
            </a:extLst>
          </p:cNvPr>
          <p:cNvSpPr txBox="1"/>
          <p:nvPr/>
        </p:nvSpPr>
        <p:spPr>
          <a:xfrm>
            <a:off x="267629" y="531465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8E5153-7CFF-D07B-BD7F-C9AC7734203F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535B93-6975-A2AA-A32C-B30DAF4D502A}"/>
              </a:ext>
            </a:extLst>
          </p:cNvPr>
          <p:cNvSpPr txBox="1"/>
          <p:nvPr/>
        </p:nvSpPr>
        <p:spPr>
          <a:xfrm>
            <a:off x="518305" y="1333910"/>
            <a:ext cx="4234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Simulation Result of detail wave form 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47CCFDE2-0641-3CB3-F9E4-EA9AAEC6D825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47CCFDE2-0641-3CB3-F9E4-EA9AAEC6D8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A9D5EF93-E6DC-A35D-4D43-66B74AD8C7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05" y="2751909"/>
            <a:ext cx="10634800" cy="151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78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1E65B-F9AE-CB79-9E96-892C4FF2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00E5157-8461-32CC-2CAD-C8E1F7F86256}"/>
              </a:ext>
            </a:extLst>
          </p:cNvPr>
          <p:cNvCxnSpPr/>
          <p:nvPr/>
        </p:nvCxnSpPr>
        <p:spPr>
          <a:xfrm>
            <a:off x="267629" y="323385"/>
            <a:ext cx="1192437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1C83991-CCAA-A55E-EC91-6FC0ED3ADC67}"/>
              </a:ext>
            </a:extLst>
          </p:cNvPr>
          <p:cNvSpPr txBox="1"/>
          <p:nvPr/>
        </p:nvSpPr>
        <p:spPr>
          <a:xfrm>
            <a:off x="1059087" y="390291"/>
            <a:ext cx="7200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&gt;&gt;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A55614-CF8D-C943-24D1-D93D272B7B7C}"/>
              </a:ext>
            </a:extLst>
          </p:cNvPr>
          <p:cNvSpPr txBox="1"/>
          <p:nvPr/>
        </p:nvSpPr>
        <p:spPr>
          <a:xfrm>
            <a:off x="1779156" y="423744"/>
            <a:ext cx="40733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Improved FIFO module</a:t>
            </a:r>
            <a:endParaRPr kumimoji="0" lang="ko-KR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7A23E-22D8-872E-DEDC-C15AC7C0A55B}"/>
              </a:ext>
            </a:extLst>
          </p:cNvPr>
          <p:cNvSpPr txBox="1"/>
          <p:nvPr/>
        </p:nvSpPr>
        <p:spPr>
          <a:xfrm>
            <a:off x="267629" y="531465"/>
            <a:ext cx="735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Part 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384F882-6F37-8908-54CB-A28D0C26CA4B}"/>
              </a:ext>
            </a:extLst>
          </p:cNvPr>
          <p:cNvSpPr/>
          <p:nvPr/>
        </p:nvSpPr>
        <p:spPr>
          <a:xfrm>
            <a:off x="9980246" y="6580554"/>
            <a:ext cx="2149231" cy="277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8263D3-45D8-FD28-0646-6CCBBB36F02C}"/>
              </a:ext>
            </a:extLst>
          </p:cNvPr>
          <p:cNvSpPr txBox="1"/>
          <p:nvPr/>
        </p:nvSpPr>
        <p:spPr>
          <a:xfrm>
            <a:off x="567252" y="1133476"/>
            <a:ext cx="3524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rPr>
              <a:t>System Verilog Implementation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C02F538-2436-4557-450B-6390EA5EA77D}"/>
                  </a:ext>
                </a:extLst>
              </p14:cNvPr>
              <p14:cNvContentPartPr/>
              <p14:nvPr/>
            </p14:nvContentPartPr>
            <p14:xfrm>
              <a:off x="-344025" y="5189169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C02F538-2436-4557-450B-6390EA5EA7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50145" y="51830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3DDE3CCC-33A9-E3F5-F212-20AD5BDDE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2" y="1766266"/>
            <a:ext cx="3416303" cy="1175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A45FF1-DD4C-F209-1EB8-A3E6DEB2E41E}"/>
              </a:ext>
            </a:extLst>
          </p:cNvPr>
          <p:cNvSpPr txBox="1"/>
          <p:nvPr/>
        </p:nvSpPr>
        <p:spPr>
          <a:xfrm>
            <a:off x="5206008" y="1143062"/>
            <a:ext cx="20476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rPr>
              <a:t>Simulation Result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FEFC69-11E4-9B62-68AF-9720F2A77C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966" y="1796470"/>
            <a:ext cx="6889284" cy="344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0410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210722_지루함은파란색으로덮자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14F"/>
      </a:accent1>
      <a:accent2>
        <a:srgbClr val="0F429D"/>
      </a:accent2>
      <a:accent3>
        <a:srgbClr val="1973C5"/>
      </a:accent3>
      <a:accent4>
        <a:srgbClr val="F3EFE9"/>
      </a:accent4>
      <a:accent5>
        <a:srgbClr val="017993"/>
      </a:accent5>
      <a:accent6>
        <a:srgbClr val="035777"/>
      </a:accent6>
      <a:hlink>
        <a:srgbClr val="262626"/>
      </a:hlink>
      <a:folHlink>
        <a:srgbClr val="262626"/>
      </a:folHlink>
    </a:clrScheme>
    <a:fontScheme name="12-1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210722_지루함은파란색으로덮자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14F"/>
      </a:accent1>
      <a:accent2>
        <a:srgbClr val="0F429D"/>
      </a:accent2>
      <a:accent3>
        <a:srgbClr val="1973C5"/>
      </a:accent3>
      <a:accent4>
        <a:srgbClr val="F3EFE9"/>
      </a:accent4>
      <a:accent5>
        <a:srgbClr val="017993"/>
      </a:accent5>
      <a:accent6>
        <a:srgbClr val="035777"/>
      </a:accent6>
      <a:hlink>
        <a:srgbClr val="262626"/>
      </a:hlink>
      <a:folHlink>
        <a:srgbClr val="262626"/>
      </a:folHlink>
    </a:clrScheme>
    <a:fontScheme name="12-1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</TotalTime>
  <Words>304</Words>
  <Application>Microsoft Office PowerPoint</Application>
  <PresentationFormat>와이드스크린</PresentationFormat>
  <Paragraphs>129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Pretendard</vt:lpstr>
      <vt:lpstr>Pretendard ExtraBold</vt:lpstr>
      <vt:lpstr>배달의민족 도현</vt:lpstr>
      <vt:lpstr>Arial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seunghyeon Yoo</dc:creator>
  <cp:lastModifiedBy>세빈 박</cp:lastModifiedBy>
  <cp:revision>33</cp:revision>
  <dcterms:created xsi:type="dcterms:W3CDTF">2024-10-08T14:00:12Z</dcterms:created>
  <dcterms:modified xsi:type="dcterms:W3CDTF">2024-12-13T06:34:32Z</dcterms:modified>
</cp:coreProperties>
</file>