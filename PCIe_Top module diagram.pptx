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</p:sldMasterIdLst>
  <p:sldIdLst>
    <p:sldId id="355" r:id="rId3"/>
    <p:sldId id="290" r:id="rId4"/>
    <p:sldId id="293" r:id="rId5"/>
    <p:sldId id="356" r:id="rId6"/>
    <p:sldId id="363" r:id="rId7"/>
    <p:sldId id="364" r:id="rId8"/>
    <p:sldId id="357" r:id="rId9"/>
    <p:sldId id="358" r:id="rId10"/>
    <p:sldId id="359" r:id="rId11"/>
    <p:sldId id="366" r:id="rId12"/>
    <p:sldId id="367" r:id="rId13"/>
    <p:sldId id="368" r:id="rId14"/>
    <p:sldId id="369" r:id="rId15"/>
    <p:sldId id="365" r:id="rId16"/>
    <p:sldId id="370" r:id="rId17"/>
    <p:sldId id="371" r:id="rId18"/>
    <p:sldId id="360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161" autoAdjust="0"/>
  </p:normalViewPr>
  <p:slideViewPr>
    <p:cSldViewPr snapToGrid="0">
      <p:cViewPr varScale="1">
        <p:scale>
          <a:sx n="98" d="100"/>
          <a:sy n="98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7A7131-ED47-1C2E-2386-E73F1CE5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8559-E00F-4929-B36E-6AED35091A08}" type="datetimeFigureOut">
              <a:rPr lang="ko-KR" altLang="en-US" smtClean="0"/>
              <a:t>2024-11-15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02C9626-2ACE-72CB-5BE5-8CAEBF0C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CA4714-B766-9BBC-FE3C-213EC49AB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C79A-962B-4A02-A00F-80DED52B5E2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DFE07-FEC1-3412-5F6C-75AD2C214E8B}"/>
              </a:ext>
            </a:extLst>
          </p:cNvPr>
          <p:cNvSpPr txBox="1"/>
          <p:nvPr userDrawn="1"/>
        </p:nvSpPr>
        <p:spPr>
          <a:xfrm>
            <a:off x="9987228" y="6602223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746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7A7131-ED47-1C2E-2386-E73F1CE5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8559-E00F-4929-B36E-6AED35091A08}" type="datetimeFigureOut">
              <a:rPr lang="ko-KR" altLang="en-US" smtClean="0"/>
              <a:t>2024-11-15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02C9626-2ACE-72CB-5BE5-8CAEBF0C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CA4714-B766-9BBC-FE3C-213EC49AB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C79A-962B-4A02-A00F-80DED52B5E2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DFE07-FEC1-3412-5F6C-75AD2C214E8B}"/>
              </a:ext>
            </a:extLst>
          </p:cNvPr>
          <p:cNvSpPr txBox="1"/>
          <p:nvPr userDrawn="1"/>
        </p:nvSpPr>
        <p:spPr>
          <a:xfrm>
            <a:off x="9987228" y="6602223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223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7A7131-ED47-1C2E-2386-E73F1CE5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8559-E00F-4929-B36E-6AED35091A08}" type="datetimeFigureOut">
              <a:rPr lang="ko-KR" altLang="en-US" smtClean="0"/>
              <a:t>2024-11-15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02C9626-2ACE-72CB-5BE5-8CAEBF0C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CA4714-B766-9BBC-FE3C-213EC49AB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C79A-962B-4A02-A00F-80DED52B5E2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DFE07-FEC1-3412-5F6C-75AD2C214E8B}"/>
              </a:ext>
            </a:extLst>
          </p:cNvPr>
          <p:cNvSpPr txBox="1"/>
          <p:nvPr userDrawn="1"/>
        </p:nvSpPr>
        <p:spPr>
          <a:xfrm>
            <a:off x="9987228" y="6602223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984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7A7131-ED47-1C2E-2386-E73F1CE5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8559-E00F-4929-B36E-6AED35091A08}" type="datetimeFigureOut">
              <a:rPr lang="ko-KR" altLang="en-US" smtClean="0"/>
              <a:t>2024-11-15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02C9626-2ACE-72CB-5BE5-8CAEBF0C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CA4714-B766-9BBC-FE3C-213EC49AB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C79A-962B-4A02-A00F-80DED52B5E2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DFE07-FEC1-3412-5F6C-75AD2C214E8B}"/>
              </a:ext>
            </a:extLst>
          </p:cNvPr>
          <p:cNvSpPr txBox="1"/>
          <p:nvPr userDrawn="1"/>
        </p:nvSpPr>
        <p:spPr>
          <a:xfrm>
            <a:off x="9987228" y="6602223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639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3ADF62-798E-66E2-6BC7-AEFF0BC26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EC3072-BBA6-E2E2-BDAA-B3E9CC66F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37B54-FABB-D1AC-AD00-D8967EA1B3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D8559-E00F-4929-B36E-6AED35091A08}" type="datetimeFigureOut">
              <a:rPr lang="ko-KR" altLang="en-US" smtClean="0"/>
              <a:t>2024-11-15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B2931F-8878-05DC-7009-D79214306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E530E2-A7C9-8227-1506-F93FCEA75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BC79A-962B-4A02-A00F-80DED52B5E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4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3ADF62-798E-66E2-6BC7-AEFF0BC26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EC3072-BBA6-E2E2-BDAA-B3E9CC66F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37B54-FABB-D1AC-AD00-D8967EA1B3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D8559-E00F-4929-B36E-6AED35091A08}" type="datetimeFigureOut">
              <a:rPr lang="ko-KR" altLang="en-US" smtClean="0"/>
              <a:t>2024-11-15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B2931F-8878-05DC-7009-D79214306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E530E2-A7C9-8227-1506-F93FCEA75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BC79A-962B-4A02-A00F-80DED52B5E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984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BC9C59-1297-5115-75B5-E32CA3564C1A}"/>
              </a:ext>
            </a:extLst>
          </p:cNvPr>
          <p:cNvSpPr txBox="1"/>
          <p:nvPr/>
        </p:nvSpPr>
        <p:spPr>
          <a:xfrm>
            <a:off x="594614" y="1511355"/>
            <a:ext cx="65473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PCIe controller </a:t>
            </a:r>
            <a:b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</a:b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Top module diagram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429D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FC1ACF9-7489-C7B0-F365-CA701408FA92}"/>
              </a:ext>
            </a:extLst>
          </p:cNvPr>
          <p:cNvCxnSpPr>
            <a:cxnSpLocks/>
          </p:cNvCxnSpPr>
          <p:nvPr/>
        </p:nvCxnSpPr>
        <p:spPr>
          <a:xfrm>
            <a:off x="813678" y="2895600"/>
            <a:ext cx="6394089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B257107-85D0-59FA-9FEB-D9BC9F81873F}"/>
              </a:ext>
            </a:extLst>
          </p:cNvPr>
          <p:cNvSpPr txBox="1"/>
          <p:nvPr/>
        </p:nvSpPr>
        <p:spPr>
          <a:xfrm>
            <a:off x="7827198" y="5083238"/>
            <a:ext cx="48328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F429D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2020311096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429D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김준태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F429D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F429D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2020311400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F429D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박세빈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F429D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F429D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2020310727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429D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유승현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F429D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F429D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2020310663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F429D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홍성필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F429D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E4BF851-B7DE-E477-C72A-874DB323FEF3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63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27435-AB75-5008-276F-61CC17D78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30D33F3-B59E-CFEC-1664-65BF72851F5F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BF4B8F6-6473-05B9-EE0F-F1D5D0B48FFD}"/>
              </a:ext>
            </a:extLst>
          </p:cNvPr>
          <p:cNvSpPr txBox="1"/>
          <p:nvPr/>
        </p:nvSpPr>
        <p:spPr>
          <a:xfrm>
            <a:off x="191583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8237E5-6050-0526-329D-7A83BC2DCD8D}"/>
              </a:ext>
            </a:extLst>
          </p:cNvPr>
          <p:cNvSpPr txBox="1"/>
          <p:nvPr/>
        </p:nvSpPr>
        <p:spPr>
          <a:xfrm>
            <a:off x="911652" y="423744"/>
            <a:ext cx="21882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Top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4E1C9E4-07B6-27F6-1596-D3C03BC71447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텍스트, 스크린샷, 라인, 도표이(가) 표시된 사진&#10;&#10;자동 생성된 설명">
            <a:extLst>
              <a:ext uri="{FF2B5EF4-FFF2-40B4-BE49-F238E27FC236}">
                <a16:creationId xmlns:a16="http://schemas.microsoft.com/office/drawing/2014/main" id="{41D1D7A6-D1F3-6401-E111-2A77359EC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55" y="1398839"/>
            <a:ext cx="10771090" cy="475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413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5DB9E-42F3-AF71-A0DE-3B2659AE8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7F245F3-8144-568C-01BF-92C45321B552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80F226F-76A8-1F7E-C662-895D417505B1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2DDA8F-E29B-0D50-6FB1-4044D0C6D6C5}"/>
              </a:ext>
            </a:extLst>
          </p:cNvPr>
          <p:cNvSpPr txBox="1"/>
          <p:nvPr/>
        </p:nvSpPr>
        <p:spPr>
          <a:xfrm>
            <a:off x="1779156" y="423744"/>
            <a:ext cx="9353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Transaction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3B849B-405E-2D7D-5BBE-72A4C8637991}"/>
              </a:ext>
            </a:extLst>
          </p:cNvPr>
          <p:cNvSpPr txBox="1"/>
          <p:nvPr/>
        </p:nvSpPr>
        <p:spPr>
          <a:xfrm>
            <a:off x="267629" y="531465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9217E85-1EB5-E10B-5868-889D79CD2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05" y="1503297"/>
            <a:ext cx="10753018" cy="458247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6E55056-4C83-C4C2-27C4-C00349640854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685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78CCB-E0C9-7EDE-280D-EB5B1F700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C4D0C93-CE6F-D22D-C89C-FAE61DF53B85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7A9F2A7-EFF5-03CA-B383-B38A512792F6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25DE91-645A-4366-D626-5FA464462D6B}"/>
              </a:ext>
            </a:extLst>
          </p:cNvPr>
          <p:cNvSpPr txBox="1"/>
          <p:nvPr/>
        </p:nvSpPr>
        <p:spPr>
          <a:xfrm>
            <a:off x="1779156" y="423744"/>
            <a:ext cx="9353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Flow Control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E94477-17E2-C9FC-46A4-C8FC3125AE87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1-1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125AC51-23AE-B34A-2DA7-A0165883BA1F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CC9F109-0467-A866-B015-2E64BA0B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156" y="1112062"/>
            <a:ext cx="8225064" cy="546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582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5D8B3-831F-C4AE-0E98-965D98F98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EB73E66-ED5E-E350-52B4-7F2D8B240CFB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4EB10B6-9A73-1EE4-D5A9-5F65566BBF84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BAD6E4-5D22-EE18-2C96-2F57FB952B55}"/>
              </a:ext>
            </a:extLst>
          </p:cNvPr>
          <p:cNvSpPr txBox="1"/>
          <p:nvPr/>
        </p:nvSpPr>
        <p:spPr>
          <a:xfrm>
            <a:off x="1779156" y="423744"/>
            <a:ext cx="9353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Transmit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B4C688-26A4-B270-4EC7-F396A385D2F7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1-1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3B5C04-58D5-0ACB-5015-C2B591B6A989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텍스트, 도표, 평면도, 직사각형이(가) 표시된 사진&#10;&#10;자동 생성된 설명">
            <a:extLst>
              <a:ext uri="{FF2B5EF4-FFF2-40B4-BE49-F238E27FC236}">
                <a16:creationId xmlns:a16="http://schemas.microsoft.com/office/drawing/2014/main" id="{5835FB0C-A77C-FF25-5A87-EF4F1F823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329" y="1108877"/>
            <a:ext cx="5361191" cy="516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85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29A22-F6B7-AA7C-81CC-153DBBD49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11A3122-34C2-6FDA-244D-C14C4AB051E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3144924-3CA7-30F4-D49A-942545F00F4D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7FBDC7-8747-4B70-48E2-FE55D2DB1CA7}"/>
              </a:ext>
            </a:extLst>
          </p:cNvPr>
          <p:cNvSpPr txBox="1"/>
          <p:nvPr/>
        </p:nvSpPr>
        <p:spPr>
          <a:xfrm>
            <a:off x="1779156" y="423744"/>
            <a:ext cx="9353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Receive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B32945-A11C-9D46-E19A-63F2361926BF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1-1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5EE3942-7C03-F8E1-EAB7-5A89CD03C6E2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 descr="텍스트, 도표, 직사각형, 라인이(가) 표시된 사진&#10;&#10;자동 생성된 설명">
            <a:extLst>
              <a:ext uri="{FF2B5EF4-FFF2-40B4-BE49-F238E27FC236}">
                <a16:creationId xmlns:a16="http://schemas.microsoft.com/office/drawing/2014/main" id="{7E4AE4A0-0DB8-BDAB-13CB-C520D8911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649" y="1075657"/>
            <a:ext cx="5777889" cy="564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08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D1907-1C55-4378-F7F2-D61FF7EDE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FA95360-DF6A-155E-2DE1-C7D332EF3EB7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84072C7-CEB1-67C9-025B-E9503D287851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A1A363-FBA5-D8FB-69CE-E2A044287C61}"/>
              </a:ext>
            </a:extLst>
          </p:cNvPr>
          <p:cNvSpPr txBox="1"/>
          <p:nvPr/>
        </p:nvSpPr>
        <p:spPr>
          <a:xfrm>
            <a:off x="1779156" y="423744"/>
            <a:ext cx="9353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Virtual Channel Management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23C72B-77CB-7ACF-7CF0-8D7839A878C3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1-2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CB5E06-9B30-FC62-FBC8-FB68F395D7C8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1D9C5EE-1F8F-C248-7C96-80D59CDA0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280" y="1212815"/>
            <a:ext cx="6100357" cy="516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32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21471-7F94-A5CB-32BE-C08F8BBCB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1425CF2-84CB-8315-BE1C-C9EEE50BCA6D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3AA13BF-C034-2D7D-36EE-D7645768D620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748EC5-3CC4-3F44-2B61-F7F73EA15A0E}"/>
              </a:ext>
            </a:extLst>
          </p:cNvPr>
          <p:cNvSpPr txBox="1"/>
          <p:nvPr/>
        </p:nvSpPr>
        <p:spPr>
          <a:xfrm>
            <a:off x="1779156" y="423744"/>
            <a:ext cx="9353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Ordering 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554780-34C3-69F2-0537-72132D196FCE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1-3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574A95-72A2-90DA-586E-2C7E904533FB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17D8808-FA1A-9AD6-2550-2954EE130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321" y="1389210"/>
            <a:ext cx="6109363" cy="455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148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3EA5B-00D8-5CA1-6BFD-265729F91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680376-7B99-850B-A4AD-3752259854FF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7C3D2CE-2FEC-3417-0B0E-9DB4A7C2326E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122537-293A-E9A6-566C-210D4BB254DE}"/>
              </a:ext>
            </a:extLst>
          </p:cNvPr>
          <p:cNvSpPr txBox="1"/>
          <p:nvPr/>
        </p:nvSpPr>
        <p:spPr>
          <a:xfrm>
            <a:off x="1779156" y="423744"/>
            <a:ext cx="9353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Data Link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85E7F9-5642-7A80-2773-34044E0CE168}"/>
              </a:ext>
            </a:extLst>
          </p:cNvPr>
          <p:cNvSpPr txBox="1"/>
          <p:nvPr/>
        </p:nvSpPr>
        <p:spPr>
          <a:xfrm>
            <a:off x="267629" y="531465"/>
            <a:ext cx="73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CC4FF6-B2A1-28F8-F4E1-96ECEB29C5F9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 descr="텍스트, 도표, 스크린샷, 평면도이(가) 표시된 사진&#10;&#10;자동 생성된 설명">
            <a:extLst>
              <a:ext uri="{FF2B5EF4-FFF2-40B4-BE49-F238E27FC236}">
                <a16:creationId xmlns:a16="http://schemas.microsoft.com/office/drawing/2014/main" id="{F090622D-6714-FC3A-5B1E-D3BEB108A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695" y="1142330"/>
            <a:ext cx="8905191" cy="543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32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7644-8F8A-69A5-6628-9073F39F9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35A2275-105A-9FF1-D3EA-B6CB5E49B77E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10ABAA0-E188-D7E3-7ECF-623AAD7D36A4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2CA486-6EC5-2C5E-F6ED-A3D4262971EA}"/>
              </a:ext>
            </a:extLst>
          </p:cNvPr>
          <p:cNvSpPr txBox="1"/>
          <p:nvPr/>
        </p:nvSpPr>
        <p:spPr>
          <a:xfrm>
            <a:off x="1779156" y="423744"/>
            <a:ext cx="9353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Data Link TX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6EC872-E9B7-AFDC-452D-BC96F2437731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F2EBF7-EE1F-869C-B106-CA7BBE8E6D8C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텍스트, 도표, 스크린샷, 라인이(가) 표시된 사진&#10;&#10;자동 생성된 설명">
            <a:extLst>
              <a:ext uri="{FF2B5EF4-FFF2-40B4-BE49-F238E27FC236}">
                <a16:creationId xmlns:a16="http://schemas.microsoft.com/office/drawing/2014/main" id="{F28FF7A0-CE42-9B78-AFD7-582591397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567" y="1041972"/>
            <a:ext cx="5631988" cy="564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034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9398F-E8BD-C5EB-D447-85D4B8DE4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7DC1EEB-888B-E855-9999-ADCC17E12CAF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406878E-50E3-7319-E9E6-3273A6E27D5F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5E1806-5D26-90E0-E3BB-E5B4F2F144B2}"/>
              </a:ext>
            </a:extLst>
          </p:cNvPr>
          <p:cNvSpPr txBox="1"/>
          <p:nvPr/>
        </p:nvSpPr>
        <p:spPr>
          <a:xfrm>
            <a:off x="1779156" y="423744"/>
            <a:ext cx="9353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Data Link TX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6C50C6-6FC1-0E77-F742-69B0B03D50C7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B5F46D-3F36-E029-FFE5-F8438183FB1C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 descr="텍스트, 도표, 스크린샷, 라인이(가) 표시된 사진&#10;&#10;자동 생성된 설명">
            <a:extLst>
              <a:ext uri="{FF2B5EF4-FFF2-40B4-BE49-F238E27FC236}">
                <a16:creationId xmlns:a16="http://schemas.microsoft.com/office/drawing/2014/main" id="{02D4E8E5-BC8D-ADDA-781B-DE2BB22086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406" r="54788" b="56932"/>
          <a:stretch/>
        </p:blipFill>
        <p:spPr bwMode="auto">
          <a:xfrm>
            <a:off x="2933224" y="1649356"/>
            <a:ext cx="6747582" cy="42903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11223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7CFCC-1D21-660E-753B-A37DF6830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C7E1EBD-20FA-0341-DF3C-D906A2A1EEA3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7DB726A-97F7-38B3-4026-95DA9A20C0FE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BAC596-285B-3C3D-1730-AE3D99E902DD}"/>
              </a:ext>
            </a:extLst>
          </p:cNvPr>
          <p:cNvSpPr txBox="1"/>
          <p:nvPr/>
        </p:nvSpPr>
        <p:spPr>
          <a:xfrm>
            <a:off x="1779156" y="423744"/>
            <a:ext cx="9353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Data Link TX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7C2BC0-D7E7-8EBC-1F4F-24CB608162F1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A809A0-6959-ED72-6764-21E8995B6CCF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텍스트, 도표, 스크린샷, 라인이(가) 표시된 사진&#10;&#10;자동 생성된 설명">
            <a:extLst>
              <a:ext uri="{FF2B5EF4-FFF2-40B4-BE49-F238E27FC236}">
                <a16:creationId xmlns:a16="http://schemas.microsoft.com/office/drawing/2014/main" id="{6CBD19FB-ED61-B111-4B86-474730631D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879" t="8126" b="55793"/>
          <a:stretch/>
        </p:blipFill>
        <p:spPr bwMode="auto">
          <a:xfrm>
            <a:off x="3024555" y="1414608"/>
            <a:ext cx="6298568" cy="463979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69848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2491E-F203-9601-5245-38C03A58E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65DC891-B74E-3B18-952E-F4F8B5F181A1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E66562C-B948-150C-A8B9-92F6B16340F6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6F51BA-F710-4DA2-410A-9287B643FAA0}"/>
              </a:ext>
            </a:extLst>
          </p:cNvPr>
          <p:cNvSpPr txBox="1"/>
          <p:nvPr/>
        </p:nvSpPr>
        <p:spPr>
          <a:xfrm>
            <a:off x="1779156" y="423744"/>
            <a:ext cx="9353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Data Link TX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32705E-97A2-B373-BD46-56B2CCB13E66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EFC463-65A8-0F3F-FC24-9890CB6B4ED1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텍스트, 도표, 스크린샷, 라인이(가) 표시된 사진&#10;&#10;자동 생성된 설명">
            <a:extLst>
              <a:ext uri="{FF2B5EF4-FFF2-40B4-BE49-F238E27FC236}">
                <a16:creationId xmlns:a16="http://schemas.microsoft.com/office/drawing/2014/main" id="{65BCBDB0-4830-EC98-7DC7-6424A10477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073" t="49866" r="28829" b="11961"/>
          <a:stretch/>
        </p:blipFill>
        <p:spPr bwMode="auto">
          <a:xfrm>
            <a:off x="3202744" y="1351157"/>
            <a:ext cx="5560850" cy="472139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11542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A0D7-72BC-E329-6D4D-214835855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14587AB-9C02-CF5B-B3FC-8EFAAE5DA934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5C4C465-5DED-0EA7-FA0B-83EBBC141D39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8FD01C-5118-CB16-067A-C2C6DBA3D423}"/>
              </a:ext>
            </a:extLst>
          </p:cNvPr>
          <p:cNvSpPr txBox="1"/>
          <p:nvPr/>
        </p:nvSpPr>
        <p:spPr>
          <a:xfrm>
            <a:off x="1779156" y="423744"/>
            <a:ext cx="9353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Data Link RX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078DD6-A50B-F36F-5386-1B715B7414CE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C5FE4F-CB5D-55D7-6F30-E3AC9FB87202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도표, 텍스트, 평면도, 기술 도면이(가) 표시된 사진&#10;&#10;자동 생성된 설명">
            <a:extLst>
              <a:ext uri="{FF2B5EF4-FFF2-40B4-BE49-F238E27FC236}">
                <a16:creationId xmlns:a16="http://schemas.microsoft.com/office/drawing/2014/main" id="{3E17DA1B-88C7-088F-A693-387DD0AC3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225" y="942041"/>
            <a:ext cx="6660406" cy="580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475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5CDD0-7EC9-277D-BEB7-84AA8647D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99B8370-86AD-E579-B491-C39E5BE9EDE3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561F968-406F-73DE-72E1-E0D81D970E9C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BC3F3E-8AFE-CD76-CED0-DBA5A246C030}"/>
              </a:ext>
            </a:extLst>
          </p:cNvPr>
          <p:cNvSpPr txBox="1"/>
          <p:nvPr/>
        </p:nvSpPr>
        <p:spPr>
          <a:xfrm>
            <a:off x="1779156" y="423744"/>
            <a:ext cx="9353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Data Link RX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549F2E-DED5-7C79-3F48-D483031A539B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3E21A5-DE67-5A4E-CAEB-638F3B4DCD1B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 descr="텍스트, 도표, 라인, 스크린샷이(가) 표시된 사진&#10;&#10;자동 생성된 설명">
            <a:extLst>
              <a:ext uri="{FF2B5EF4-FFF2-40B4-BE49-F238E27FC236}">
                <a16:creationId xmlns:a16="http://schemas.microsoft.com/office/drawing/2014/main" id="{AC243AAE-9500-EAC3-A557-5B27512E7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686" y="900796"/>
            <a:ext cx="4850667" cy="590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892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43778-7A38-2BAE-6676-217D71532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8AF15BA-AED4-488B-948D-45F77D020EB7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8A4B840-7746-57F3-2484-8FD7292366D4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7BC6F8-8775-7FB7-4B09-48A28D634E04}"/>
              </a:ext>
            </a:extLst>
          </p:cNvPr>
          <p:cNvSpPr txBox="1"/>
          <p:nvPr/>
        </p:nvSpPr>
        <p:spPr>
          <a:xfrm>
            <a:off x="1779156" y="423744"/>
            <a:ext cx="9353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Data Link RX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031B70-0D9B-06B2-B12D-14366BFAC267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D0A59FA-8382-CC64-B8B0-B283874E55F4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 descr="라인, 텍스트, 도표, 폰트이(가) 표시된 사진&#10;&#10;자동 생성된 설명">
            <a:extLst>
              <a:ext uri="{FF2B5EF4-FFF2-40B4-BE49-F238E27FC236}">
                <a16:creationId xmlns:a16="http://schemas.microsoft.com/office/drawing/2014/main" id="{9418F9C3-FC16-5DEE-05F7-7DEB9FD65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90" y="1183145"/>
            <a:ext cx="3293394" cy="2971214"/>
          </a:xfrm>
          <a:prstGeom prst="rect">
            <a:avLst/>
          </a:prstGeom>
        </p:spPr>
      </p:pic>
      <p:pic>
        <p:nvPicPr>
          <p:cNvPr id="5" name="그림 4" descr="텍스트, 라인, 스크린샷, 도표이(가) 표시된 사진&#10;&#10;자동 생성된 설명">
            <a:extLst>
              <a:ext uri="{FF2B5EF4-FFF2-40B4-BE49-F238E27FC236}">
                <a16:creationId xmlns:a16="http://schemas.microsoft.com/office/drawing/2014/main" id="{75E27A01-C142-F998-EB46-8F8EEA1CF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74" y="1146000"/>
            <a:ext cx="5363788" cy="3132647"/>
          </a:xfrm>
          <a:prstGeom prst="rect">
            <a:avLst/>
          </a:prstGeom>
        </p:spPr>
      </p:pic>
      <p:pic>
        <p:nvPicPr>
          <p:cNvPr id="6" name="그림 5" descr="라인, 텍스트, 스크린샷, 직사각형이(가) 표시된 사진&#10;&#10;자동 생성된 설명">
            <a:extLst>
              <a:ext uri="{FF2B5EF4-FFF2-40B4-BE49-F238E27FC236}">
                <a16:creationId xmlns:a16="http://schemas.microsoft.com/office/drawing/2014/main" id="{7910EA77-6898-E524-A29B-C8E4309E5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6" y="4836651"/>
            <a:ext cx="4167111" cy="160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1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2D82B-08F8-3E87-F4C1-CBAD99F25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768F9F9-0224-94F4-4ADE-8C2F3C9B52D6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9079CA5-92FE-A0BE-0431-480BF573FA9A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8BAC0F-368E-8625-12EB-29A7F5E85FE7}"/>
              </a:ext>
            </a:extLst>
          </p:cNvPr>
          <p:cNvSpPr txBox="1"/>
          <p:nvPr/>
        </p:nvSpPr>
        <p:spPr>
          <a:xfrm>
            <a:off x="1779156" y="423744"/>
            <a:ext cx="9353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Physical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8102CE-335D-FF00-601C-962C8480694D}"/>
              </a:ext>
            </a:extLst>
          </p:cNvPr>
          <p:cNvSpPr txBox="1"/>
          <p:nvPr/>
        </p:nvSpPr>
        <p:spPr>
          <a:xfrm>
            <a:off x="267629" y="531465"/>
            <a:ext cx="73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C7BAC8-7062-91E8-7B17-101D25E23B6F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 descr="텍스트, 도표, 스크린샷, 평면도이(가) 표시된 사진&#10;&#10;자동 생성된 설명">
            <a:extLst>
              <a:ext uri="{FF2B5EF4-FFF2-40B4-BE49-F238E27FC236}">
                <a16:creationId xmlns:a16="http://schemas.microsoft.com/office/drawing/2014/main" id="{2939308B-03FC-04DC-C971-AA31ACBED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753" y="1178830"/>
            <a:ext cx="7409766" cy="53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87373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210722_지루함은파란색으로덮자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14F"/>
      </a:accent1>
      <a:accent2>
        <a:srgbClr val="0F429D"/>
      </a:accent2>
      <a:accent3>
        <a:srgbClr val="1973C5"/>
      </a:accent3>
      <a:accent4>
        <a:srgbClr val="F3EFE9"/>
      </a:accent4>
      <a:accent5>
        <a:srgbClr val="017993"/>
      </a:accent5>
      <a:accent6>
        <a:srgbClr val="035777"/>
      </a:accent6>
      <a:hlink>
        <a:srgbClr val="262626"/>
      </a:hlink>
      <a:folHlink>
        <a:srgbClr val="262626"/>
      </a:folHlink>
    </a:clrScheme>
    <a:fontScheme name="12-1">
      <a:majorFont>
        <a:latin typeface="Pretendard ExtraBold"/>
        <a:ea typeface="Pretendard ExtraBol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테마">
  <a:themeElements>
    <a:clrScheme name="210722_지루함은파란색으로덮자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14F"/>
      </a:accent1>
      <a:accent2>
        <a:srgbClr val="0F429D"/>
      </a:accent2>
      <a:accent3>
        <a:srgbClr val="1973C5"/>
      </a:accent3>
      <a:accent4>
        <a:srgbClr val="F3EFE9"/>
      </a:accent4>
      <a:accent5>
        <a:srgbClr val="017993"/>
      </a:accent5>
      <a:accent6>
        <a:srgbClr val="035777"/>
      </a:accent6>
      <a:hlink>
        <a:srgbClr val="262626"/>
      </a:hlink>
      <a:folHlink>
        <a:srgbClr val="262626"/>
      </a:folHlink>
    </a:clrScheme>
    <a:fontScheme name="12-1">
      <a:majorFont>
        <a:latin typeface="Pretendard ExtraBold"/>
        <a:ea typeface="Pretendard ExtraBol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110</Words>
  <Application>Microsoft Office PowerPoint</Application>
  <PresentationFormat>와이드스크린</PresentationFormat>
  <Paragraphs>52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Pretendard</vt:lpstr>
      <vt:lpstr>Pretendard ExtraBold</vt:lpstr>
      <vt:lpstr>배달의민족 도현</vt:lpstr>
      <vt:lpstr>Arial</vt:lpstr>
      <vt:lpstr>1_Office 테마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seunghyeon Yoo</dc:creator>
  <cp:lastModifiedBy>세빈 박</cp:lastModifiedBy>
  <cp:revision>15</cp:revision>
  <dcterms:created xsi:type="dcterms:W3CDTF">2024-10-08T14:00:12Z</dcterms:created>
  <dcterms:modified xsi:type="dcterms:W3CDTF">2024-11-15T07:34:23Z</dcterms:modified>
</cp:coreProperties>
</file>